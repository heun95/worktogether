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firstSlideNum="0">
  <p:sldMasterIdLst>
    <p:sldMasterId id="2147484505" r:id="rId13"/>
  </p:sldMasterIdLst>
  <p:notesMasterIdLst>
    <p:notesMasterId r:id="rId17"/>
  </p:notesMasterIdLst>
  <p:handoutMasterIdLst>
    <p:handoutMasterId r:id="rId15"/>
  </p:handoutMasterIdLst>
  <p:sldIdLst>
    <p:sldId id="259" r:id="rId19"/>
    <p:sldId id="258" r:id="rId20"/>
    <p:sldId id="262" r:id="rId21"/>
    <p:sldId id="264" r:id="rId22"/>
    <p:sldId id="267" r:id="rId23"/>
    <p:sldId id="263" r:id="rId24"/>
    <p:sldId id="265" r:id="rId25"/>
    <p:sldId id="268" r:id="rId26"/>
    <p:sldId id="269" r:id="rId27"/>
    <p:sldId id="273" r:id="rId28"/>
    <p:sldId id="270" r:id="rId29"/>
    <p:sldId id="271" r:id="rId30"/>
    <p:sldId id="272" r:id="rId31"/>
    <p:sldId id="274" r:id="rId32"/>
    <p:sldId id="275" r:id="rId33"/>
    <p:sldId id="276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51" Type="http://schemas.openxmlformats.org/officeDocument/2006/relationships/viewProps" Target="viewProps.xml"></Relationship><Relationship Id="rId52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ChangeAspect="1" noGrp="1" noRo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530"/>
            <a:ext cx="2971800" cy="458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2" Type="http://schemas.openxmlformats.org/officeDocument/2006/relationships/notesMaster" Target="../notesMasters/notesMaster1.xml"></Relationship><Relationship Id="rId3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slide" Target="../slides/slide14.xml"></Relationship><Relationship Id="rId2" Type="http://schemas.openxmlformats.org/officeDocument/2006/relationships/notesMaster" Target="../notesMasters/notesMaster1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slide" Target="../slides/slide15.xml"></Relationship><Relationship Id="rId2" Type="http://schemas.openxmlformats.org/officeDocument/2006/relationships/notesMaster" Target="../notesMasters/notesMaster1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slide" Target="../slides/slide16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>
              <a:solidFill>
                <a:schemeClr val="tx1"/>
              </a:solidFill>
              <a:latin typeface="Calibri" charset="0"/>
              <a:ea typeface="맑은 고딕" charset="0"/>
              <a:cs typeface="+mn-cs"/>
            </a:endParaR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ChangeAspect="1"/>
          </p:cNvSpPr>
          <p:nvPr>
            <p:ph type="sldImg" idx="2"/>
          </p:nvPr>
        </p:nvSpPr>
        <p:spPr>
          <a:xfrm rot="0">
            <a:off x="685800" y="1143000"/>
            <a:ext cx="5487670" cy="308737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3" name="슬라이드 노트 개체 틀 4"/>
          <p:cNvSpPr txBox="1">
            <a:spLocks/>
          </p:cNvSpPr>
          <p:nvPr>
            <p:ph type="body" idx="3"/>
          </p:nvPr>
        </p:nvSpPr>
        <p:spPr>
          <a:xfrm rot="0">
            <a:off x="685800" y="4400550"/>
            <a:ext cx="5487670" cy="3601720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 latinLnBrk="0">
              <a:buFontTx/>
              <a:buNone/>
            </a:pPr>
          </a:p>
        </p:txBody>
      </p:sp>
      <p:sp>
        <p:nvSpPr>
          <p:cNvPr id="4" name="슬라이드 번호 개체 틀 6"/>
          <p:cNvSpPr txBox="1">
            <a:spLocks/>
          </p:cNvSpPr>
          <p:nvPr>
            <p:ph type="sldNum" idx="5"/>
          </p:nvPr>
        </p:nvSpPr>
        <p:spPr>
          <a:xfrm rot="0">
            <a:off x="3884930" y="8685530"/>
            <a:ext cx="2973070" cy="459740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>
            <a:lvl1pPr marL="0" indent="0" algn="r" latinLnBrk="0">
              <a:buFontTx/>
              <a:buNone/>
              <a:defRPr lang="en-GB" altLang="en-US" sz="1200"/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/>
              <a:t>‹#›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Relationship Id="rId2" Type="http://schemas.openxmlformats.org/officeDocument/2006/relationships/image" Target="../media/fImage688413241.png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Relationship Id="rId2" Type="http://schemas.openxmlformats.org/officeDocument/2006/relationships/image" Target="../media/fImage23601158467.png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C:/Users/PC-25/AppData/Roaming/PolarisOffice/ETemp/9192_13202608/fImage6884132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12192635" cy="6858635"/>
          </a:xfrm>
          <a:prstGeom prst="rect"/>
          <a:noFill/>
        </p:spPr>
      </p:pic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 sz="1800"/>
              <a:t>2018-12-20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 rot="0">
            <a:off x="914400" y="1381760"/>
            <a:ext cx="6142355" cy="23882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 latinLnBrk="0">
              <a:buFontTx/>
              <a:buNone/>
              <a:defRPr lang="en-GB" altLang="en-US" sz="5000" b="1">
                <a:solidFill>
                  <a:srgbClr val="F05F5C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5000"/>
              <a:t>제목을 입력하십시오</a:t>
            </a:r>
            <a:endParaRPr lang="ko-KR" altLang="en-US" sz="5000"/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 rot="0">
            <a:off x="911225" y="3861435"/>
            <a:ext cx="6144895" cy="165544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algn="l" latinLnBrk="0">
              <a:buFontTx/>
              <a:buNone/>
              <a:defRPr lang="en-GB" altLang="en-US" sz="24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 latinLnBrk="0" lvl="1">
              <a:buFontTx/>
              <a:buNone/>
              <a:defRPr lang="en-GB" altLang="en-US" sz="2000"/>
            </a:lvl2pPr>
            <a:lvl3pPr marL="914400" indent="0" algn="ctr" latinLnBrk="0" lvl="2">
              <a:buFontTx/>
              <a:buNone/>
              <a:defRPr lang="en-GB" altLang="en-US" sz="1800"/>
            </a:lvl3pPr>
            <a:lvl4pPr marL="1371600" indent="0" algn="ctr" latinLnBrk="0" lvl="3">
              <a:buFontTx/>
              <a:buNone/>
              <a:defRPr lang="en-GB" altLang="en-US" sz="1600"/>
            </a:lvl4pPr>
            <a:lvl5pPr marL="1828800" indent="0" algn="ctr" latinLnBrk="0" lvl="4">
              <a:buFontTx/>
              <a:buNone/>
              <a:defRPr lang="en-GB" altLang="en-US" sz="1600"/>
            </a:lvl5pPr>
            <a:lvl6pPr marL="2286000" indent="0" algn="ctr" latinLnBrk="0" lvl="5">
              <a:buFontTx/>
              <a:buNone/>
              <a:defRPr lang="en-GB" altLang="en-US" sz="1600"/>
            </a:lvl6pPr>
            <a:lvl7pPr marL="2743200" indent="0" algn="ctr" latinLnBrk="0" lvl="6">
              <a:buFontTx/>
              <a:buNone/>
              <a:defRPr lang="en-GB" altLang="en-US" sz="1600"/>
            </a:lvl7pPr>
            <a:lvl8pPr marL="3200400" indent="0" algn="ctr" latinLnBrk="0" lvl="7">
              <a:buFontTx/>
              <a:buNone/>
              <a:defRPr lang="en-GB" altLang="en-US" sz="1600"/>
            </a:lvl8pPr>
            <a:lvl9pPr marL="3657600" indent="0" algn="ctr" latinLnBrk="0" lvl="8">
              <a:buFontTx/>
              <a:buNone/>
              <a:defRPr lang="en-GB" altLang="en-US" sz="1600"/>
            </a:lvl9pPr>
          </a:lstStyle>
          <a:p>
            <a:pPr marL="0" indent="0" latinLnBrk="0">
              <a:buFontTx/>
              <a:buNone/>
            </a:pPr>
            <a:r>
              <a:rPr lang="ko-KR" altLang="en-US" sz="2400"/>
              <a:t>부제목을 입력하십시오</a:t>
            </a:r>
            <a:endParaRPr lang="ko-KR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838200" y="1484630"/>
            <a:ext cx="10516235" cy="46920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구역 머리글">
    <p:bg>
      <p:bgPr>
        <a:solidFill>
          <a:srgbClr val="F05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C:/Users/PC-25/AppData/Roaming/PolarisOffice/ETemp/9192_13202608/fImage2360115846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0" y="0"/>
            <a:ext cx="12192635" cy="6858635"/>
          </a:xfrm>
          <a:prstGeom prst="rect"/>
          <a:noFill/>
        </p:spPr>
      </p:pic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4400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4400"/>
              <a:t>제목을 입력하십시오</a:t>
            </a:r>
            <a:endParaRPr lang="ko-KR" altLang="en-US" sz="440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000">
                <a:solidFill>
                  <a:schemeClr val="bg1"/>
                </a:solidFill>
              </a:defRPr>
            </a:lvl1pPr>
            <a:lvl2pPr marL="457200" indent="0" latinLnBrk="0" lvl="1">
              <a:buFontTx/>
              <a:buNone/>
              <a:defRPr lang="en-GB" altLang="en-U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 lvl="2">
              <a:buFontTx/>
              <a:buNone/>
              <a:defRPr lang="en-GB" altLang="en-U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 lvl="3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 lvl="4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 lvl="5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 lvl="6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 lvl="7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 lvl="8">
              <a:buFontTx/>
              <a:buNone/>
              <a:defRPr lang="en-GB" altLang="en-U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indent="0" latinLnBrk="0">
              <a:buFontTx/>
              <a:buNone/>
            </a:pPr>
            <a:r>
              <a:rPr lang="ko-KR" altLang="en-US" sz="2000"/>
              <a:t>텍스트를 입력하십시오</a:t>
            </a:r>
            <a:endParaRPr lang="ko-KR" altLang="en-US" sz="200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sz="half" idx="1"/>
          </p:nvPr>
        </p:nvSpPr>
        <p:spPr>
          <a:xfrm rot="0">
            <a:off x="838200" y="1484630"/>
            <a:ext cx="5182235" cy="469328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6172200" y="1484630"/>
            <a:ext cx="5182235" cy="469328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40105" y="1484630"/>
            <a:ext cx="5158105" cy="82359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latinLnBrk="0" lvl="1">
              <a:buFontTx/>
              <a:buNone/>
              <a:defRPr lang="en-GB" altLang="en-US" sz="2000" b="1"/>
            </a:lvl2pPr>
            <a:lvl3pPr marL="914400" indent="0" latinLnBrk="0" lvl="2">
              <a:buFontTx/>
              <a:buNone/>
              <a:defRPr lang="en-GB" altLang="en-US" sz="1800" b="1"/>
            </a:lvl3pPr>
            <a:lvl4pPr marL="1371600" indent="0" latinLnBrk="0" lvl="3">
              <a:buFontTx/>
              <a:buNone/>
              <a:defRPr lang="en-GB" altLang="en-US" sz="1600" b="1"/>
            </a:lvl4pPr>
            <a:lvl5pPr marL="1828800" indent="0" latinLnBrk="0" lvl="4">
              <a:buFontTx/>
              <a:buNone/>
              <a:defRPr lang="en-GB" altLang="en-US" sz="1600" b="1"/>
            </a:lvl5pPr>
            <a:lvl6pPr marL="2286000" indent="0" latinLnBrk="0" lvl="5">
              <a:buFontTx/>
              <a:buNone/>
              <a:defRPr lang="en-GB" altLang="en-US" sz="1600" b="1"/>
            </a:lvl6pPr>
            <a:lvl7pPr marL="2743200" indent="0" latinLnBrk="0" lvl="6">
              <a:buFontTx/>
              <a:buNone/>
              <a:defRPr lang="en-GB" altLang="en-US" sz="1600" b="1"/>
            </a:lvl7pPr>
            <a:lvl8pPr marL="3200400" indent="0" latinLnBrk="0" lvl="7">
              <a:buFontTx/>
              <a:buNone/>
              <a:defRPr lang="en-GB" altLang="en-US" sz="1600" b="1"/>
            </a:lvl8pPr>
            <a:lvl9pPr marL="3657600" indent="0" latinLnBrk="0" lvl="8">
              <a:buFontTx/>
              <a:buNone/>
              <a:defRPr lang="en-GB" altLang="en-US" sz="1600" b="1"/>
            </a:lvl9pPr>
          </a:lstStyle>
          <a:p>
            <a:pPr marL="0" indent="0" latinLnBrk="0">
              <a:buFontTx/>
              <a:buNone/>
            </a:pPr>
            <a:r>
              <a:rPr lang="ko-KR" altLang="en-US" sz="2000"/>
              <a:t>텍스트를 입력하십시오</a:t>
            </a:r>
            <a:endParaRPr lang="ko-KR" altLang="en-US" sz="2000"/>
          </a:p>
        </p:txBody>
      </p:sp>
      <p:sp>
        <p:nvSpPr>
          <p:cNvPr id="4" name="Content Placeholder 3"/>
          <p:cNvSpPr txBox="1">
            <a:spLocks noGrp="1"/>
          </p:cNvSpPr>
          <p:nvPr>
            <p:ph type="obj" sz="half" idx="2"/>
          </p:nvPr>
        </p:nvSpPr>
        <p:spPr>
          <a:xfrm rot="0">
            <a:off x="840105" y="2505075"/>
            <a:ext cx="5158105" cy="36849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sz="quarter" idx="3"/>
          </p:nvPr>
        </p:nvSpPr>
        <p:spPr>
          <a:xfrm rot="0">
            <a:off x="6172200" y="1484630"/>
            <a:ext cx="5183505" cy="82359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 latinLnBrk="0" lvl="1">
              <a:buFontTx/>
              <a:buNone/>
              <a:defRPr lang="en-GB" altLang="en-US" sz="2000" b="1"/>
            </a:lvl2pPr>
            <a:lvl3pPr marL="914400" indent="0" latinLnBrk="0" lvl="2">
              <a:buFontTx/>
              <a:buNone/>
              <a:defRPr lang="en-GB" altLang="en-US" sz="1800" b="1"/>
            </a:lvl3pPr>
            <a:lvl4pPr marL="1371600" indent="0" latinLnBrk="0" lvl="3">
              <a:buFontTx/>
              <a:buNone/>
              <a:defRPr lang="en-GB" altLang="en-US" sz="1600" b="1"/>
            </a:lvl4pPr>
            <a:lvl5pPr marL="1828800" indent="0" latinLnBrk="0" lvl="4">
              <a:buFontTx/>
              <a:buNone/>
              <a:defRPr lang="en-GB" altLang="en-US" sz="1600" b="1"/>
            </a:lvl5pPr>
            <a:lvl6pPr marL="2286000" indent="0" latinLnBrk="0" lvl="5">
              <a:buFontTx/>
              <a:buNone/>
              <a:defRPr lang="en-GB" altLang="en-US" sz="1600" b="1"/>
            </a:lvl6pPr>
            <a:lvl7pPr marL="2743200" indent="0" latinLnBrk="0" lvl="6">
              <a:buFontTx/>
              <a:buNone/>
              <a:defRPr lang="en-GB" altLang="en-US" sz="1600" b="1"/>
            </a:lvl7pPr>
            <a:lvl8pPr marL="3200400" indent="0" latinLnBrk="0" lvl="7">
              <a:buFontTx/>
              <a:buNone/>
              <a:defRPr lang="en-GB" altLang="en-US" sz="1600" b="1"/>
            </a:lvl8pPr>
            <a:lvl9pPr marL="3657600" indent="0" latinLnBrk="0" lvl="8">
              <a:buFontTx/>
              <a:buNone/>
              <a:defRPr lang="en-GB" altLang="en-US" sz="1600" b="1"/>
            </a:lvl9pPr>
          </a:lstStyle>
          <a:p>
            <a:pPr marL="0" indent="0" latinLnBrk="0">
              <a:buFontTx/>
              <a:buNone/>
            </a:pPr>
            <a:r>
              <a:rPr lang="ko-KR" altLang="en-US" sz="2000"/>
              <a:t>텍스트를 입력하십시오</a:t>
            </a:r>
            <a:endParaRPr lang="ko-KR" altLang="en-US" sz="2000"/>
          </a:p>
        </p:txBody>
      </p:sp>
      <p:sp>
        <p:nvSpPr>
          <p:cNvPr id="6" name="Content Placeholder 5"/>
          <p:cNvSpPr txBox="1">
            <a:spLocks noGrp="1"/>
          </p:cNvSpPr>
          <p:nvPr>
            <p:ph type="obj" sz="quarter" idx="4"/>
          </p:nvPr>
        </p:nvSpPr>
        <p:spPr>
          <a:xfrm rot="0">
            <a:off x="6172200" y="2505075"/>
            <a:ext cx="5183505" cy="36849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 sz="1800"/>
              <a:t>2018-12-20</a:t>
            </a:fld>
            <a:endParaRPr lang="ko-KR" altLang="en-US" sz="1800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  <p:sp>
        <p:nvSpPr>
          <p:cNvPr id="10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캡션 있는 콘텐츠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/>
          </p:cNvSpPr>
          <p:nvPr/>
        </p:nvSpPr>
        <p:spPr>
          <a:xfrm rot="0">
            <a:off x="0" y="0"/>
            <a:ext cx="5193665" cy="6858635"/>
          </a:xfrm>
          <a:prstGeom prst="rect"/>
          <a:solidFill>
            <a:srgbClr val="60C9DE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800"/>
          </a:p>
        </p:txBody>
      </p:sp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800" b="1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2800"/>
              <a:t>제목을 입력하십시오</a:t>
            </a:r>
            <a:endParaRPr lang="ko-KR" altLang="en-US" sz="2800"/>
          </a:p>
        </p:txBody>
      </p:sp>
      <p:sp>
        <p:nvSpPr>
          <p:cNvPr id="3" name="Content Placeholder 2"/>
          <p:cNvSpPr txBox="1">
            <a:spLocks noGrp="1"/>
          </p:cNvSpPr>
          <p:nvPr>
            <p:ph type="obj" idx="1"/>
          </p:nvPr>
        </p:nvSpPr>
        <p:spPr>
          <a:xfrm rot="0">
            <a:off x="5615940" y="987425"/>
            <a:ext cx="5739765" cy="487362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0" indent="0" latinLnBrk="0" lvl="1">
              <a:buFontTx/>
              <a:buNone/>
              <a:defRPr lang="en-GB" altLang="en-US"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 latinLnBrk="0" lvl="2">
              <a:buFontTx/>
              <a:buNone/>
              <a:defRPr lang="en-GB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 latinLnBrk="0" lvl="3">
              <a:buFontTx/>
              <a:buNone/>
              <a:defRPr lang="en-GB" alt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 latinLnBrk="0" lvl="4">
              <a:buFontTx/>
              <a:buNone/>
              <a:defRPr lang="en-GB" alt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 latinLnBrk="0" lvl="5">
              <a:buFontTx/>
              <a:buNone/>
              <a:defRPr lang="en-GB" altLang="en-US" sz="2000"/>
            </a:lvl6pPr>
            <a:lvl7pPr marL="0" indent="0" latinLnBrk="0" lvl="6">
              <a:buFontTx/>
              <a:buNone/>
              <a:defRPr lang="en-GB" altLang="en-US" sz="2000"/>
            </a:lvl7pPr>
            <a:lvl8pPr marL="0" indent="0" latinLnBrk="0" lvl="7">
              <a:buFontTx/>
              <a:buNone/>
              <a:defRPr lang="en-GB" altLang="en-US" sz="2000"/>
            </a:lvl8pPr>
            <a:lvl9pPr marL="0" indent="0" latinLnBrk="0" lvl="8">
              <a:buFontTx/>
              <a:buNone/>
              <a:defRPr lang="en-GB" altLang="en-US" sz="2000"/>
            </a:lvl9pPr>
          </a:lstStyle>
          <a:p>
            <a:pPr marL="228600" indent="-228600" latinLnBrk="0">
              <a:buClr>
                <a:srgbClr val="404040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404040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404040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404040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404040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19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1600">
                <a:solidFill>
                  <a:schemeClr val="bg1"/>
                </a:solidFill>
              </a:defRPr>
            </a:lvl1pPr>
            <a:lvl2pPr marL="457200" indent="0" latinLnBrk="0" lvl="1">
              <a:buFontTx/>
              <a:buNone/>
              <a:defRPr lang="en-GB" altLang="en-US" sz="1400"/>
            </a:lvl2pPr>
            <a:lvl3pPr marL="914400" indent="0" latinLnBrk="0" lvl="2">
              <a:buFontTx/>
              <a:buNone/>
              <a:defRPr lang="en-GB" altLang="en-US" sz="1200"/>
            </a:lvl3pPr>
            <a:lvl4pPr marL="1371600" indent="0" latinLnBrk="0" lvl="3">
              <a:buFontTx/>
              <a:buNone/>
              <a:defRPr lang="en-GB" altLang="en-US" sz="1000"/>
            </a:lvl4pPr>
            <a:lvl5pPr marL="1828800" indent="0" latinLnBrk="0" lvl="4">
              <a:buFontTx/>
              <a:buNone/>
              <a:defRPr lang="en-GB" altLang="en-US" sz="1000"/>
            </a:lvl5pPr>
            <a:lvl6pPr marL="2286000" indent="0" latinLnBrk="0" lvl="5">
              <a:buFontTx/>
              <a:buNone/>
              <a:defRPr lang="en-GB" altLang="en-US" sz="1000"/>
            </a:lvl6pPr>
            <a:lvl7pPr marL="2743200" indent="0" latinLnBrk="0" lvl="6">
              <a:buFontTx/>
              <a:buNone/>
              <a:defRPr lang="en-GB" altLang="en-US" sz="1000"/>
            </a:lvl7pPr>
            <a:lvl8pPr marL="3200400" indent="0" latinLnBrk="0" lvl="7">
              <a:buFontTx/>
              <a:buNone/>
              <a:defRPr lang="en-GB" altLang="en-US" sz="1000"/>
            </a:lvl8pPr>
            <a:lvl9pPr marL="3657600" indent="0" latinLnBrk="0" lvl="8">
              <a:buFontTx/>
              <a:buNone/>
              <a:defRPr lang="en-GB" altLang="en-US" sz="1000"/>
            </a:lvl9pPr>
          </a:lstStyle>
          <a:p>
            <a:pPr marL="0" indent="0" latinLnBrk="0">
              <a:buFontTx/>
              <a:buNone/>
            </a:pPr>
            <a:r>
              <a:rPr lang="ko-KR" altLang="en-US" sz="1600"/>
              <a:t>텍스트를 입력하십시오</a:t>
            </a:r>
            <a:endParaRPr lang="ko-KR" altLang="en-US" sz="1600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/>
          </p:cNvSpPr>
          <p:nvPr/>
        </p:nvSpPr>
        <p:spPr>
          <a:xfrm rot="0">
            <a:off x="0" y="0"/>
            <a:ext cx="5193665" cy="6858635"/>
          </a:xfrm>
          <a:prstGeom prst="rect"/>
          <a:solidFill>
            <a:srgbClr val="F05F5C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800"/>
          </a:p>
        </p:txBody>
      </p:sp>
      <p:sp>
        <p:nvSpPr>
          <p:cNvPr id="3" name="Picture Placeholder 2"/>
          <p:cNvSpPr txBox="1">
            <a:spLocks noChangeAspect="1" noGrp="1"/>
          </p:cNvSpPr>
          <p:nvPr>
            <p:ph type="pic" idx="1"/>
          </p:nvPr>
        </p:nvSpPr>
        <p:spPr>
          <a:xfrm rot="0">
            <a:off x="5615305" y="987425"/>
            <a:ext cx="5739765" cy="4873625"/>
          </a:xfrm>
          <a:prstGeom prst="rect"/>
        </p:spPr>
      </p:sp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2800" b="1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2800"/>
              <a:t>제목을 입력하십시오</a:t>
            </a:r>
            <a:endParaRPr lang="ko-KR" altLang="en-US" sz="2800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 rot="0">
            <a:off x="840105" y="2057400"/>
            <a:ext cx="3932555" cy="381190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sz="1600">
                <a:solidFill>
                  <a:schemeClr val="bg1"/>
                </a:solidFill>
              </a:defRPr>
            </a:lvl1pPr>
            <a:lvl2pPr marL="457200" indent="0" latinLnBrk="0" lvl="1">
              <a:buFontTx/>
              <a:buNone/>
              <a:defRPr lang="en-GB" altLang="en-US" sz="1400"/>
            </a:lvl2pPr>
            <a:lvl3pPr marL="914400" indent="0" latinLnBrk="0" lvl="2">
              <a:buFontTx/>
              <a:buNone/>
              <a:defRPr lang="en-GB" altLang="en-US" sz="1200"/>
            </a:lvl3pPr>
            <a:lvl4pPr marL="1371600" indent="0" latinLnBrk="0" lvl="3">
              <a:buFontTx/>
              <a:buNone/>
              <a:defRPr lang="en-GB" altLang="en-US" sz="1000"/>
            </a:lvl4pPr>
            <a:lvl5pPr marL="1828800" indent="0" latinLnBrk="0" lvl="4">
              <a:buFontTx/>
              <a:buNone/>
              <a:defRPr lang="en-GB" altLang="en-US" sz="1000"/>
            </a:lvl5pPr>
            <a:lvl6pPr marL="2286000" indent="0" latinLnBrk="0" lvl="5">
              <a:buFontTx/>
              <a:buNone/>
              <a:defRPr lang="en-GB" altLang="en-US" sz="1000"/>
            </a:lvl6pPr>
            <a:lvl7pPr marL="2743200" indent="0" latinLnBrk="0" lvl="6">
              <a:buFontTx/>
              <a:buNone/>
              <a:defRPr lang="en-GB" altLang="en-US" sz="1000"/>
            </a:lvl7pPr>
            <a:lvl8pPr marL="3200400" indent="0" latinLnBrk="0" lvl="7">
              <a:buFontTx/>
              <a:buNone/>
              <a:defRPr lang="en-GB" altLang="en-US" sz="1000"/>
            </a:lvl8pPr>
            <a:lvl9pPr marL="3657600" indent="0" latinLnBrk="0" lvl="8">
              <a:buFontTx/>
              <a:buNone/>
              <a:defRPr lang="en-GB" altLang="en-US" sz="1000"/>
            </a:lvl9pPr>
          </a:lstStyle>
          <a:p>
            <a:pPr marL="0" indent="0" latinLnBrk="0">
              <a:buFontTx/>
              <a:buNone/>
            </a:pPr>
            <a:r>
              <a:rPr lang="ko-KR" altLang="en-US" sz="1600"/>
              <a:t>텍스트를 입력하십시오</a:t>
            </a:r>
            <a:endParaRPr lang="ko-KR" altLang="en-US" sz="1600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 sz="1800"/>
              <a:t>2018-12-20</a:t>
            </a:fld>
            <a:endParaRPr lang="ko-KR" altLang="en-US" sz="1800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1484630"/>
            <a:ext cx="10516235" cy="4692015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/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Clr>
                <a:srgbClr val="373737"/>
              </a:buClr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Clr>
                <a:srgbClr val="373737"/>
              </a:buClr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/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세로 제목 및 텍스트">
    <p:bg>
      <p:bgPr>
        <a:solidFill>
          <a:srgbClr val="60C9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155"/>
          </a:xfrm>
          <a:prstGeom prst="rect"/>
        </p:spPr>
        <p:txBody>
          <a:bodyPr wrap="square" lIns="91440" tIns="45720" rIns="91440" bIns="45720" numCol="1" vert="eaVert" anchor="ctr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 b="1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3000"/>
              <a:t>제목을 입력하십시오</a:t>
            </a:r>
            <a:endParaRPr lang="ko-KR" altLang="en-US" sz="3000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 rot="0">
            <a:off x="838200" y="365125"/>
            <a:ext cx="7734935" cy="5812155"/>
          </a:xfrm>
          <a:prstGeom prst="rect"/>
        </p:spPr>
        <p:txBody>
          <a:bodyPr wrap="square" lIns="91440" tIns="45720" rIns="91440" bIns="45720" numCol="1" vert="eaVert" anchor="t">
            <a:normAutofit fontScale="100000" lnSpcReduction="0"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  <a:lvl2pPr marL="0" indent="0" latinLnBrk="0" lvl="1">
              <a:buFontTx/>
              <a:buNone/>
              <a:defRPr lang="en-GB" altLang="en-US">
                <a:solidFill>
                  <a:schemeClr val="bg1"/>
                </a:solidFill>
              </a:defRPr>
            </a:lvl2pPr>
            <a:lvl3pPr marL="0" indent="0" latinLnBrk="0" lvl="2">
              <a:buFontTx/>
              <a:buNone/>
              <a:defRPr lang="en-GB" altLang="en-US">
                <a:solidFill>
                  <a:schemeClr val="bg1"/>
                </a:solidFill>
              </a:defRPr>
            </a:lvl3pPr>
            <a:lvl4pPr marL="0" indent="0" latinLnBrk="0" lvl="3">
              <a:buFontTx/>
              <a:buNone/>
              <a:defRPr lang="en-GB" altLang="en-US">
                <a:solidFill>
                  <a:schemeClr val="bg1"/>
                </a:solidFill>
              </a:defRPr>
            </a:lvl4pPr>
            <a:lvl5pPr marL="0" indent="0" latinLnBrk="0" lvl="4">
              <a:buFontTx/>
              <a:buNone/>
              <a:defRPr lang="en-GB" altLang="en-US">
                <a:solidFill>
                  <a:schemeClr val="bg1"/>
                </a:solidFill>
              </a:defRPr>
            </a:lvl5pPr>
          </a:lstStyle>
          <a:p>
            <a:pPr marL="228600" indent="-228600" latinLnBrk="0">
              <a:buFont typeface="Arial"/>
              <a:buChar char="•"/>
            </a:pPr>
            <a:r>
              <a:rPr lang="ko-KR" altLang="en-US" sz="2400"/>
              <a:t>텍스트를 입력하십시오</a:t>
            </a:r>
            <a:endParaRPr lang="ko-KR" altLang="en-US" sz="2400"/>
          </a:p>
          <a:p>
            <a:pPr marL="685800" indent="-228600" latinLnBrk="0" lvl="1">
              <a:buFont typeface="Arial"/>
              <a:buChar char="•"/>
            </a:pPr>
            <a:r>
              <a:rPr lang="ko-KR" altLang="en-US" sz="2000"/>
              <a:t>둘째 수준</a:t>
            </a:r>
            <a:endParaRPr lang="ko-KR" altLang="en-US" sz="2000"/>
          </a:p>
          <a:p>
            <a:pPr marL="1143000" indent="-228600" latinLnBrk="0" lvl="2"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1600200" indent="-228600" latinLnBrk="0" lvl="3">
              <a:buFont typeface="Arial"/>
              <a:buChar char="•"/>
            </a:pPr>
            <a:r>
              <a:rPr lang="ko-KR" altLang="en-US" sz="1600"/>
              <a:t>넷째 수준</a:t>
            </a:r>
            <a:endParaRPr lang="ko-KR" altLang="en-US" sz="1600"/>
          </a:p>
          <a:p>
            <a:pPr marL="2057400" indent="-228600" latinLnBrk="0" lvl="4">
              <a:buFont typeface="Arial"/>
              <a:buChar char="•"/>
            </a:pPr>
            <a:r>
              <a:rPr lang="ko-KR" altLang="en-US" sz="1600"/>
              <a:t>다섯째 수준</a:t>
            </a:r>
            <a:endParaRPr lang="ko-KR" altLang="en-US" sz="160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10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11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12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latinLnBrk="0">
              <a:buFontTx/>
              <a:buNone/>
              <a:defRPr lang="en-GB" altLang="en-US">
                <a:solidFill>
                  <a:schemeClr val="bg1"/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/>
          </p:cNvSpPr>
          <p:nvPr/>
        </p:nvSpPr>
        <p:spPr>
          <a:xfrm rot="0">
            <a:off x="0" y="0"/>
            <a:ext cx="12192635" cy="36195"/>
          </a:xfrm>
          <a:prstGeom prst="rect"/>
          <a:solidFill>
            <a:srgbClr val="F05F5C"/>
          </a:solidFill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 sz="1800">
              <a:solidFill>
                <a:srgbClr val="F05F5C"/>
              </a:solidFill>
            </a:endParaRPr>
          </a:p>
        </p:txBody>
      </p:sp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83248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 sz="1800"/>
              <a:t>마스터 제목 스타일 편집</a:t>
            </a:r>
            <a:endParaRPr lang="ko-KR" altLang="en-US" sz="1800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 rot="0">
            <a:off x="838200" y="1484630"/>
            <a:ext cx="10516235" cy="4692015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마스터 부제목 스타일 편집</a:t>
            </a:r>
            <a:endParaRPr lang="ko-KR" altLang="en-US" sz="1800"/>
          </a:p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둘째 수준</a:t>
            </a:r>
            <a:endParaRPr lang="ko-KR" altLang="en-US" sz="1800"/>
          </a:p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셋째 수준</a:t>
            </a:r>
            <a:endParaRPr lang="ko-KR" altLang="en-US" sz="1800"/>
          </a:p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넷째 수준</a:t>
            </a:r>
            <a:endParaRPr lang="ko-KR" altLang="en-US" sz="1800"/>
          </a:p>
          <a:p>
            <a:pPr marL="228600" indent="-228600" latinLnBrk="0">
              <a:buClr>
                <a:srgbClr val="373737"/>
              </a:buClr>
              <a:buFont typeface="Arial"/>
              <a:buChar char="•"/>
            </a:pPr>
            <a:r>
              <a:rPr lang="ko-KR" altLang="en-US" sz="1800"/>
              <a:t>다섯째 수준</a:t>
            </a:r>
            <a:endParaRPr lang="ko-KR" altLang="en-US" sz="1800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 rot="0">
            <a:off x="8382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l" latinLnBrk="0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datetime1">
              <a:rPr lang="ko-KR" altLang="en-US"/>
              <a:t>2021-12-15</a:t>
            </a:fld>
            <a:endParaRPr lang="ko-KR" altLang="en-US" sz="1800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 rot="0">
            <a:off x="4038600" y="6356350"/>
            <a:ext cx="41154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ctr" latinLnBrk="0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endParaRPr lang="ko-KR" altLang="en-US" sz="1800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 rot="0">
            <a:off x="8610600" y="6356350"/>
            <a:ext cx="2743835" cy="365125"/>
          </a:xfrm>
          <a:prstGeom prst="rect"/>
        </p:spPr>
        <p:txBody>
          <a:bodyPr wrap="square" lIns="91440" tIns="45720" rIns="91440" bIns="45720" numCol="1" vert="horz" anchor="ctr">
            <a:noAutofit/>
          </a:bodyPr>
          <a:lstStyle>
            <a:lvl1pPr marL="0" indent="0" algn="r" latinLnBrk="0">
              <a:buFontTx/>
              <a:buNone/>
              <a:defRPr lang="en-GB" altLang="en-US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marL="0" indent="0" latinLnBrk="0">
              <a:buFontTx/>
              <a:buNone/>
            </a:pPr>
            <a:fld id="{B9320F77-B9A0-41C5-862A-B4B631284C64}" type="slidenum">
              <a:rPr lang="ko-KR" altLang="en-US" sz="1800"/>
              <a:t>‹#›</a:t>
            </a:fld>
            <a:endParaRPr lang="ko-KR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2" r:id="rId1"/>
    <p:sldLayoutId id="2147484453" r:id="rId2"/>
    <p:sldLayoutId id="2147484454" r:id="rId3"/>
    <p:sldLayoutId id="2147484455" r:id="rId4"/>
    <p:sldLayoutId id="2147484456" r:id="rId5"/>
    <p:sldLayoutId id="2147484457" r:id="rId6"/>
    <p:sldLayoutId id="2147484458" r:id="rId7"/>
    <p:sldLayoutId id="2147484459" r:id="rId8"/>
    <p:sldLayoutId id="2147484460" r:id="rId9"/>
    <p:sldLayoutId id="2147484461" r:id="rId10"/>
    <p:sldLayoutId id="2147484462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2" Type="http://schemas.openxmlformats.org/officeDocument/2006/relationships/notesSlide" Target="../notesSlides/notesSlide2.xml"></Relationship><Relationship Id="rId3" Type="http://schemas.openxmlformats.org/officeDocument/2006/relationships/slideLayout" Target="../slideLayouts/slideLayout2.xml"></Relationship></Relationships>
</file>

<file path=ppt/slides/_rels/slide3.xml.rels><?xml version="1.0" encoding="UTF-8"?>
<Relationships xmlns="http://schemas.openxmlformats.org/package/2006/relationships"><Relationship Id="rId2" Type="http://schemas.openxmlformats.org/officeDocument/2006/relationships/notesSlide" Target="../notesSlides/notesSlide3.xml"></Relationship><Relationship Id="rId3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2" Type="http://schemas.openxmlformats.org/officeDocument/2006/relationships/notesSlide" Target="../notesSlides/notesSlide4.xml"></Relationship><Relationship Id="rId3" Type="http://schemas.openxmlformats.org/officeDocument/2006/relationships/slideLayout" Target="../slideLayouts/slideLayout2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notesSlide" Target="../notesSlides/notesSlide5.xml"></Relationship><Relationship Id="rId3" Type="http://schemas.openxmlformats.org/officeDocument/2006/relationships/slideLayout" Target="../slideLayouts/slideLayout2.xml"></Relationship></Relationships>
</file>

<file path=ppt/slides/_rels/slide6.xml.rels><?xml version="1.0" encoding="UTF-8"?>
<Relationships xmlns="http://schemas.openxmlformats.org/package/2006/relationships"><Relationship Id="rId2" Type="http://schemas.openxmlformats.org/officeDocument/2006/relationships/notesSlide" Target="../notesSlides/notesSlide6.xml"></Relationship><Relationship Id="rId3" Type="http://schemas.openxmlformats.org/officeDocument/2006/relationships/slideLayout" Target="../slideLayouts/slideLayout2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notesSlide" Target="../notesSlides/notesSlide7.xml"></Relationship><Relationship Id="rId3" Type="http://schemas.openxmlformats.org/officeDocument/2006/relationships/slideLayout" Target="../slideLayouts/slideLayout2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notesSlide" Target="../notesSlides/notesSlide8.xml"></Relationship><Relationship Id="rId3" Type="http://schemas.openxmlformats.org/officeDocument/2006/relationships/slideLayout" Target="../slideLayouts/slideLayout2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slideLayout" Target="../slideLayouts/slideLayout2.xml"></Relationship></Relationships>
</file>

<file path=ppt/slides/_rels/slide10.xml.rels><?xml version="1.0" encoding="UTF-8"?>
<Relationships xmlns="http://schemas.openxmlformats.org/package/2006/relationships"><Relationship Id="rId2" Type="http://schemas.openxmlformats.org/officeDocument/2006/relationships/notesSlide" Target="../notesSlides/notesSlide10.xml"></Relationship><Relationship Id="rId3" Type="http://schemas.openxmlformats.org/officeDocument/2006/relationships/slideLayout" Target="../slideLayouts/slideLayout2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slideLayout" Target="../slideLayouts/slideLayout2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slideLayout" Target="../slideLayouts/slideLayout2.xml"></Relationship></Relationships>
</file>

<file path=ppt/slides/_rels/slide13.xml.rels><?xml version="1.0" encoding="UTF-8"?>
<Relationships xmlns="http://schemas.openxmlformats.org/package/2006/relationships"><Relationship Id="rId2" Type="http://schemas.openxmlformats.org/officeDocument/2006/relationships/notesSlide" Target="../notesSlides/notesSlide13.xml"></Relationship><Relationship Id="rId3" Type="http://schemas.openxmlformats.org/officeDocument/2006/relationships/slideLayout" Target="../slideLayouts/slideLayout2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15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notesSlide" Target="../notesSlides/notesSlide16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>
            <p:ph type="ctrTitle"/>
          </p:nvPr>
        </p:nvSpPr>
        <p:spPr>
          <a:xfrm rot="0">
            <a:off x="3587115" y="1390015"/>
            <a:ext cx="5027295" cy="86677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>
            <a:lvl1pPr marL="0" indent="0" algn="l" latinLnBrk="0">
              <a:buFontTx/>
              <a:buNone/>
              <a:defRPr lang="en-GB" altLang="en-US" sz="5000" b="1">
                <a:solidFill>
                  <a:srgbClr val="F05F5C"/>
                </a:solidFill>
              </a:defRPr>
            </a:lvl1pPr>
          </a:lstStyle>
          <a:p>
            <a:pPr marL="0" indent="0" latinLnBrk="0">
              <a:buFontTx/>
              <a:buNone/>
            </a:pPr>
            <a:r>
              <a:rPr lang="ko-KR" altLang="en-US" sz="5000"/>
              <a:t>프로세스 흐름도</a:t>
            </a:r>
            <a:endParaRPr lang="ko-KR" altLang="en-US" sz="5000"/>
          </a:p>
        </p:txBody>
      </p:sp>
      <p:graphicFrame>
        <p:nvGraphicFramePr>
          <p:cNvPr id="3" name="표 1"/>
          <p:cNvGraphicFramePr>
            <a:graphicFrameLocks noGrp="1"/>
          </p:cNvGraphicFramePr>
          <p:nvPr/>
        </p:nvGraphicFramePr>
        <p:xfrm>
          <a:off x="7756525" y="5224145"/>
          <a:ext cx="3887470" cy="1107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3735"/>
                <a:gridCol w="1943735"/>
              </a:tblGrid>
              <a:tr h="368300">
                <a:tc>
                  <a:txBody>
                    <a:bodyPr/>
                    <a:lstStyle/>
                    <a:p>
                      <a:pPr marL="0" indent="0" algn="ctr" defTabSz="9144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문서관리번호</a:t>
                      </a:r>
                      <a:endParaRPr lang="ko-KR" altLang="en-US" sz="18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4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indent="0" algn="ctr" defTabSz="9144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작    성    일</a:t>
                      </a:r>
                      <a:endParaRPr lang="ko-KR" altLang="en-US" sz="18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21</a:t>
                      </a: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 1</a:t>
                      </a: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 </a:t>
                      </a: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15</a:t>
                      </a:r>
                      <a:endParaRPr lang="ko-KR" altLang="en-US" sz="18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ctr" defTabSz="9144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보           안</a:t>
                      </a:r>
                      <a:endParaRPr lang="ko-KR" altLang="en-US" sz="18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일     반     본</a:t>
                      </a:r>
                      <a:endParaRPr lang="ko-KR" altLang="en-US" sz="1800" kern="1200" i="0" cap="none" b="0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/>
          <p:cNvGraphicFramePr>
            <a:graphicFrameLocks noGrp="1"/>
          </p:cNvGraphicFramePr>
          <p:nvPr/>
        </p:nvGraphicFramePr>
        <p:xfrm>
          <a:off x="521970" y="589280"/>
          <a:ext cx="11153140" cy="57638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29485"/>
                <a:gridCol w="2230755"/>
                <a:gridCol w="2230755"/>
                <a:gridCol w="2230755"/>
                <a:gridCol w="2231390"/>
              </a:tblGrid>
              <a:tr h="484505">
                <a:tc gridSpan="5"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8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문서개정이력표</a:t>
                      </a:r>
                      <a:endParaRPr lang="ko-KR" altLang="en-US" sz="18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484505">
                <a:tc gridSpan="2"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문서명</a:t>
                      </a:r>
                      <a:endParaRPr lang="ko-KR" altLang="en-US" sz="18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gridSpan="3"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8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프로세스 흐름도</a:t>
                      </a:r>
                      <a:endParaRPr lang="ko-KR" altLang="en-US" sz="18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버전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날짜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내용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승인자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1.0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21</a:t>
                      </a: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12</a:t>
                      </a: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.</a:t>
                      </a: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15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최초 제정 및 내용 작성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0" strike="noStrike">
                          <a:solidFill>
                            <a:schemeClr val="dk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3194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  <a:tr h="642620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endParaRPr lang="ko-KR" altLang="en-US" sz="1000" kern="1200" i="0" cap="none" b="0" strike="noStrike">
                        <a:solidFill>
                          <a:schemeClr val="dk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KNY-USER-1~6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로그인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21.12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3072130" y="1563370"/>
            <a:ext cx="580072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홈페이지관리자/보육원관리자/보육원구성원/일반회원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1240790" y="24447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1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로그인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3872230" y="244729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1-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2.아이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디/비밀번호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Rect 0"/>
          <p:cNvSpPr>
            <a:spLocks/>
          </p:cNvSpPr>
          <p:nvPr/>
        </p:nvSpPr>
        <p:spPr>
          <a:xfrm rot="0">
            <a:off x="6513195" y="244094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1-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로그인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9170670" y="24434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1-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메인화면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8" name="Rect 0"/>
          <p:cNvCxnSpPr/>
          <p:nvPr/>
        </p:nvCxnSpPr>
        <p:spPr>
          <a:xfrm rot="0">
            <a:off x="2820035" y="273177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t 0"/>
          <p:cNvCxnSpPr/>
          <p:nvPr/>
        </p:nvCxnSpPr>
        <p:spPr>
          <a:xfrm rot="0">
            <a:off x="5451475" y="273431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t 0"/>
          <p:cNvCxnSpPr/>
          <p:nvPr/>
        </p:nvCxnSpPr>
        <p:spPr>
          <a:xfrm rot="0">
            <a:off x="8098790" y="272542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 0"/>
          <p:cNvSpPr>
            <a:spLocks/>
          </p:cNvSpPr>
          <p:nvPr/>
        </p:nvSpPr>
        <p:spPr>
          <a:xfrm rot="0">
            <a:off x="1217295" y="40906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아이디 찾기 선택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3848735" y="409321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-2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아이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디 찾기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Rect 0"/>
          <p:cNvSpPr>
            <a:spLocks/>
          </p:cNvSpPr>
          <p:nvPr/>
        </p:nvSpPr>
        <p:spPr>
          <a:xfrm rot="0">
            <a:off x="6489700" y="408686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2-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이름,전화번호 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Rect 0"/>
          <p:cNvSpPr>
            <a:spLocks/>
          </p:cNvSpPr>
          <p:nvPr/>
        </p:nvSpPr>
        <p:spPr>
          <a:xfrm rot="0">
            <a:off x="9147175" y="408940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2-4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아이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디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5" name="Rect 0"/>
          <p:cNvCxnSpPr/>
          <p:nvPr/>
        </p:nvCxnSpPr>
        <p:spPr>
          <a:xfrm rot="0">
            <a:off x="2796540" y="437769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t 0"/>
          <p:cNvCxnSpPr/>
          <p:nvPr/>
        </p:nvCxnSpPr>
        <p:spPr>
          <a:xfrm rot="0">
            <a:off x="5427980" y="438023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ect 0"/>
          <p:cNvCxnSpPr/>
          <p:nvPr/>
        </p:nvCxnSpPr>
        <p:spPr>
          <a:xfrm rot="0">
            <a:off x="8075295" y="4371340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 0"/>
          <p:cNvSpPr>
            <a:spLocks/>
          </p:cNvSpPr>
          <p:nvPr/>
        </p:nvSpPr>
        <p:spPr>
          <a:xfrm rot="0">
            <a:off x="1200150" y="571690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3</a:t>
            </a:r>
            <a:r>
              <a:rPr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.</a:t>
            </a: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 비밀번호 찾기 선택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9" name="Rect 0"/>
          <p:cNvSpPr>
            <a:spLocks/>
          </p:cNvSpPr>
          <p:nvPr/>
        </p:nvSpPr>
        <p:spPr>
          <a:xfrm rot="0">
            <a:off x="3831590" y="571944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3-2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비밀번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호 찾기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0">
            <a:off x="6472555" y="57130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3-3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아이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디,전화번호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1" name="Rect 0"/>
          <p:cNvSpPr>
            <a:spLocks/>
          </p:cNvSpPr>
          <p:nvPr/>
        </p:nvSpPr>
        <p:spPr>
          <a:xfrm rot="0">
            <a:off x="9130030" y="571563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3-4. 비밀번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호 이메일로 전송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2" name="Rect 0"/>
          <p:cNvCxnSpPr/>
          <p:nvPr/>
        </p:nvCxnSpPr>
        <p:spPr>
          <a:xfrm rot="0">
            <a:off x="2779395" y="6003925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t 0"/>
          <p:cNvCxnSpPr/>
          <p:nvPr/>
        </p:nvCxnSpPr>
        <p:spPr>
          <a:xfrm rot="0">
            <a:off x="5410835" y="6006465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t 0"/>
          <p:cNvCxnSpPr/>
          <p:nvPr/>
        </p:nvCxnSpPr>
        <p:spPr>
          <a:xfrm rot="0">
            <a:off x="8058150" y="5997575"/>
            <a:ext cx="105219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t 0"/>
          <p:cNvCxnSpPr/>
          <p:nvPr/>
        </p:nvCxnSpPr>
        <p:spPr>
          <a:xfrm rot="0" flipH="1">
            <a:off x="726440" y="2715260"/>
            <a:ext cx="18415" cy="3355975"/>
          </a:xfrm>
          <a:prstGeom prst="line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ect 0"/>
          <p:cNvCxnSpPr/>
          <p:nvPr/>
        </p:nvCxnSpPr>
        <p:spPr>
          <a:xfrm rot="0">
            <a:off x="735965" y="2724150"/>
            <a:ext cx="504825" cy="82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t 0"/>
          <p:cNvCxnSpPr/>
          <p:nvPr/>
        </p:nvCxnSpPr>
        <p:spPr>
          <a:xfrm rot="0">
            <a:off x="747395" y="4404360"/>
            <a:ext cx="504825" cy="82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t 0"/>
          <p:cNvCxnSpPr/>
          <p:nvPr/>
        </p:nvCxnSpPr>
        <p:spPr>
          <a:xfrm rot="0" flipV="1">
            <a:off x="721360" y="6054090"/>
            <a:ext cx="516255" cy="120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도형 72"/>
          <p:cNvSpPr>
            <a:spLocks/>
          </p:cNvSpPr>
          <p:nvPr/>
        </p:nvSpPr>
        <p:spPr>
          <a:xfrm rot="0">
            <a:off x="7296785" y="3276600"/>
            <a:ext cx="1579245" cy="57340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아이디 비밀번호 오류시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출력!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0" name="도형 73"/>
          <p:cNvSpPr>
            <a:spLocks/>
          </p:cNvSpPr>
          <p:nvPr/>
        </p:nvSpPr>
        <p:spPr>
          <a:xfrm rot="0">
            <a:off x="6512560" y="3468370"/>
            <a:ext cx="701675" cy="415925"/>
          </a:xfrm>
          <a:prstGeom prst="ben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1" name="도형 78"/>
          <p:cNvSpPr>
            <a:spLocks/>
          </p:cNvSpPr>
          <p:nvPr/>
        </p:nvSpPr>
        <p:spPr>
          <a:xfrm rot="0">
            <a:off x="7290435" y="5052060"/>
            <a:ext cx="1579245" cy="57340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입력 정보 오류시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출력!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2" name="도형 79"/>
          <p:cNvSpPr>
            <a:spLocks/>
          </p:cNvSpPr>
          <p:nvPr/>
        </p:nvSpPr>
        <p:spPr>
          <a:xfrm rot="0">
            <a:off x="6506210" y="5243830"/>
            <a:ext cx="701675" cy="415925"/>
          </a:xfrm>
          <a:prstGeom prst="ben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KNY-USER-7~16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회원가입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21.12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4464685" y="1478915"/>
            <a:ext cx="258508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보육원구성원/일반회원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808355" y="499681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1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메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810895" y="375348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회원가입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8" name="Rect 0"/>
          <p:cNvSpPr>
            <a:spLocks/>
          </p:cNvSpPr>
          <p:nvPr/>
        </p:nvSpPr>
        <p:spPr>
          <a:xfrm rot="0">
            <a:off x="2973070" y="313118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3-1. 보육원구성원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9" name="도형 97"/>
          <p:cNvSpPr>
            <a:spLocks/>
          </p:cNvSpPr>
          <p:nvPr/>
        </p:nvSpPr>
        <p:spPr>
          <a:xfrm rot="0">
            <a:off x="3070225" y="499300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3-2. 일반회원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0" name="도형 98"/>
          <p:cNvCxnSpPr/>
          <p:nvPr/>
        </p:nvCxnSpPr>
        <p:spPr>
          <a:xfrm rot="0" flipV="1">
            <a:off x="2390140" y="3418205"/>
            <a:ext cx="583565" cy="6229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99"/>
          <p:cNvCxnSpPr/>
          <p:nvPr/>
        </p:nvCxnSpPr>
        <p:spPr>
          <a:xfrm rot="0">
            <a:off x="2390140" y="4040505"/>
            <a:ext cx="680085" cy="12401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100"/>
          <p:cNvCxnSpPr/>
          <p:nvPr/>
        </p:nvCxnSpPr>
        <p:spPr>
          <a:xfrm rot="0" flipH="1" flipV="1">
            <a:off x="1583055" y="4221480"/>
            <a:ext cx="15875" cy="13493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도형 101"/>
          <p:cNvSpPr>
            <a:spLocks/>
          </p:cNvSpPr>
          <p:nvPr/>
        </p:nvSpPr>
        <p:spPr>
          <a:xfrm rot="0">
            <a:off x="6633845" y="2694940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4-1. 이름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4" name="도형 107"/>
          <p:cNvSpPr>
            <a:spLocks/>
          </p:cNvSpPr>
          <p:nvPr/>
        </p:nvSpPr>
        <p:spPr>
          <a:xfrm rot="0">
            <a:off x="6636385" y="3199130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4-2. 비밀번호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5" name="도형 108"/>
          <p:cNvSpPr>
            <a:spLocks/>
          </p:cNvSpPr>
          <p:nvPr/>
        </p:nvSpPr>
        <p:spPr>
          <a:xfrm rot="0">
            <a:off x="6630035" y="3712210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4-3. 핸드폰번호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6" name="도형 109"/>
          <p:cNvSpPr>
            <a:spLocks/>
          </p:cNvSpPr>
          <p:nvPr/>
        </p:nvSpPr>
        <p:spPr>
          <a:xfrm rot="0">
            <a:off x="6632575" y="4233545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4-4. 생년월일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7" name="도형 110"/>
          <p:cNvSpPr>
            <a:spLocks/>
          </p:cNvSpPr>
          <p:nvPr/>
        </p:nvSpPr>
        <p:spPr>
          <a:xfrm rot="0">
            <a:off x="6630035" y="4766945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4-5. 성별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8" name="도형 111"/>
          <p:cNvSpPr>
            <a:spLocks/>
          </p:cNvSpPr>
          <p:nvPr/>
        </p:nvSpPr>
        <p:spPr>
          <a:xfrm rot="0">
            <a:off x="6632575" y="5297170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4-6. 메일주소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9" name="도형 113"/>
          <p:cNvSpPr>
            <a:spLocks/>
          </p:cNvSpPr>
          <p:nvPr/>
        </p:nvSpPr>
        <p:spPr>
          <a:xfrm rot="0">
            <a:off x="6339205" y="2360930"/>
            <a:ext cx="294005" cy="3668395"/>
          </a:xfrm>
          <a:prstGeom prst="leftBracket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0" name="도형 117"/>
          <p:cNvSpPr>
            <a:spLocks/>
          </p:cNvSpPr>
          <p:nvPr/>
        </p:nvSpPr>
        <p:spPr>
          <a:xfrm rot="0">
            <a:off x="8233410" y="2343150"/>
            <a:ext cx="259715" cy="3642995"/>
          </a:xfrm>
          <a:prstGeom prst="rightBracket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41" name="도형 120"/>
          <p:cNvCxnSpPr/>
          <p:nvPr/>
        </p:nvCxnSpPr>
        <p:spPr>
          <a:xfrm rot="0">
            <a:off x="4552315" y="3418205"/>
            <a:ext cx="1787525" cy="10369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도형 121"/>
          <p:cNvCxnSpPr/>
          <p:nvPr/>
        </p:nvCxnSpPr>
        <p:spPr>
          <a:xfrm rot="0" flipV="1">
            <a:off x="4649470" y="4454525"/>
            <a:ext cx="1689735" cy="8261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도형 122"/>
          <p:cNvCxnSpPr/>
          <p:nvPr/>
        </p:nvCxnSpPr>
        <p:spPr>
          <a:xfrm rot="0" flipV="1">
            <a:off x="8493125" y="4400550"/>
            <a:ext cx="859155" cy="69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도형 124"/>
          <p:cNvSpPr>
            <a:spLocks/>
          </p:cNvSpPr>
          <p:nvPr/>
        </p:nvSpPr>
        <p:spPr>
          <a:xfrm rot="0">
            <a:off x="9351645" y="411353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5. 가입완료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도형 125"/>
          <p:cNvSpPr>
            <a:spLocks/>
          </p:cNvSpPr>
          <p:nvPr/>
        </p:nvSpPr>
        <p:spPr>
          <a:xfrm rot="0">
            <a:off x="6635115" y="5844540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4-7. 보안문자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127"/>
          <p:cNvSpPr>
            <a:spLocks/>
          </p:cNvSpPr>
          <p:nvPr/>
        </p:nvSpPr>
        <p:spPr>
          <a:xfrm rot="0">
            <a:off x="8898890" y="6097905"/>
            <a:ext cx="1579245" cy="4832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보안문자 불일치시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7" name="도형 128"/>
          <p:cNvSpPr>
            <a:spLocks/>
          </p:cNvSpPr>
          <p:nvPr/>
        </p:nvSpPr>
        <p:spPr>
          <a:xfrm rot="0">
            <a:off x="8892540" y="1846580"/>
            <a:ext cx="1579245" cy="4832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중복아이디 입력시,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8" name="도형 130"/>
          <p:cNvSpPr>
            <a:spLocks/>
          </p:cNvSpPr>
          <p:nvPr/>
        </p:nvSpPr>
        <p:spPr>
          <a:xfrm rot="0">
            <a:off x="8895715" y="3414395"/>
            <a:ext cx="1579245" cy="4832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공백문자 있을시,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9" name="도형 132"/>
          <p:cNvSpPr>
            <a:spLocks/>
          </p:cNvSpPr>
          <p:nvPr/>
        </p:nvSpPr>
        <p:spPr>
          <a:xfrm rot="0">
            <a:off x="6636385" y="2178685"/>
            <a:ext cx="1579245" cy="34099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Arial" charset="0"/>
                <a:ea typeface="Arial" charset="0"/>
              </a:rPr>
              <a:t>4. 아이디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133"/>
          <p:cNvSpPr>
            <a:spLocks/>
          </p:cNvSpPr>
          <p:nvPr/>
        </p:nvSpPr>
        <p:spPr>
          <a:xfrm rot="0">
            <a:off x="7904480" y="1851025"/>
            <a:ext cx="874395" cy="286385"/>
          </a:xfrm>
          <a:prstGeom prst="ben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51" name="도형 134"/>
          <p:cNvSpPr>
            <a:spLocks/>
          </p:cNvSpPr>
          <p:nvPr/>
        </p:nvSpPr>
        <p:spPr>
          <a:xfrm rot="10800000" flipH="1">
            <a:off x="7905115" y="6264910"/>
            <a:ext cx="848995" cy="286385"/>
          </a:xfrm>
          <a:prstGeom prst="bentArrow">
            <a:avLst>
              <a:gd name="adj1" fmla="val 26661"/>
              <a:gd name="adj2" fmla="val 30766"/>
              <a:gd name="adj3" fmla="val 25000"/>
              <a:gd name="adj4" fmla="val 43750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ORPA-1~3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마이 페이지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>
            <a:spLocks/>
          </p:cNvSpPr>
          <p:nvPr/>
        </p:nvSpPr>
        <p:spPr>
          <a:xfrm rot="0">
            <a:off x="779780" y="303022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이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2800350" y="303530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비밀번호 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Rect 0"/>
          <p:cNvCxnSpPr/>
          <p:nvPr/>
        </p:nvCxnSpPr>
        <p:spPr>
          <a:xfrm rot="0">
            <a:off x="2358390" y="3316605"/>
            <a:ext cx="44323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 0"/>
          <p:cNvSpPr txBox="1">
            <a:spLocks/>
          </p:cNvSpPr>
          <p:nvPr/>
        </p:nvSpPr>
        <p:spPr>
          <a:xfrm rot="0">
            <a:off x="4906010" y="1513205"/>
            <a:ext cx="206565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관리자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20" name="Rect 0"/>
          <p:cNvSpPr>
            <a:spLocks/>
          </p:cNvSpPr>
          <p:nvPr/>
        </p:nvSpPr>
        <p:spPr>
          <a:xfrm rot="0">
            <a:off x="2801620" y="4274820"/>
            <a:ext cx="1579880" cy="48387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비밀번호 불일치시,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출력후, 메인으로 돌아감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42" name="Rect 0"/>
          <p:cNvCxnSpPr/>
          <p:nvPr/>
        </p:nvCxnSpPr>
        <p:spPr>
          <a:xfrm rot="0" flipV="1">
            <a:off x="4378960" y="2309495"/>
            <a:ext cx="852170" cy="101346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도형 191"/>
          <p:cNvCxnSpPr/>
          <p:nvPr/>
        </p:nvCxnSpPr>
        <p:spPr>
          <a:xfrm rot="0">
            <a:off x="4378960" y="3321685"/>
            <a:ext cx="838200" cy="381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도형 202"/>
          <p:cNvSpPr>
            <a:spLocks/>
          </p:cNvSpPr>
          <p:nvPr/>
        </p:nvSpPr>
        <p:spPr>
          <a:xfrm rot="0">
            <a:off x="5229860" y="202311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4" name="도형 203"/>
          <p:cNvSpPr>
            <a:spLocks/>
          </p:cNvSpPr>
          <p:nvPr/>
        </p:nvSpPr>
        <p:spPr>
          <a:xfrm rot="0">
            <a:off x="5215890" y="30378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댓글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5" name="도형 204"/>
          <p:cNvSpPr>
            <a:spLocks/>
          </p:cNvSpPr>
          <p:nvPr/>
        </p:nvSpPr>
        <p:spPr>
          <a:xfrm rot="0">
            <a:off x="7417435" y="202311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글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6" name="도형 205"/>
          <p:cNvSpPr>
            <a:spLocks/>
          </p:cNvSpPr>
          <p:nvPr/>
        </p:nvSpPr>
        <p:spPr>
          <a:xfrm rot="0">
            <a:off x="7417435" y="304355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댓글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7" name="도형 206"/>
          <p:cNvSpPr>
            <a:spLocks/>
          </p:cNvSpPr>
          <p:nvPr/>
        </p:nvSpPr>
        <p:spPr>
          <a:xfrm rot="0">
            <a:off x="9565005" y="202501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8" name="도형 207"/>
          <p:cNvSpPr>
            <a:spLocks/>
          </p:cNvSpPr>
          <p:nvPr/>
        </p:nvSpPr>
        <p:spPr>
          <a:xfrm rot="0">
            <a:off x="9573895" y="304609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댓글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59" name="도형 208"/>
          <p:cNvCxnSpPr/>
          <p:nvPr/>
        </p:nvCxnSpPr>
        <p:spPr>
          <a:xfrm rot="0">
            <a:off x="6808470" y="2309495"/>
            <a:ext cx="610235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도형 209"/>
          <p:cNvCxnSpPr/>
          <p:nvPr/>
        </p:nvCxnSpPr>
        <p:spPr>
          <a:xfrm rot="0">
            <a:off x="8996045" y="2309495"/>
            <a:ext cx="57023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도형 210"/>
          <p:cNvCxnSpPr/>
          <p:nvPr/>
        </p:nvCxnSpPr>
        <p:spPr>
          <a:xfrm rot="0">
            <a:off x="6794500" y="3324225"/>
            <a:ext cx="624205" cy="69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도형 211"/>
          <p:cNvCxnSpPr/>
          <p:nvPr/>
        </p:nvCxnSpPr>
        <p:spPr>
          <a:xfrm rot="0">
            <a:off x="8996045" y="3329940"/>
            <a:ext cx="579120" cy="381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도형 212"/>
          <p:cNvSpPr>
            <a:spLocks/>
          </p:cNvSpPr>
          <p:nvPr/>
        </p:nvSpPr>
        <p:spPr>
          <a:xfrm rot="0">
            <a:off x="5209540" y="404368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3-3 펀딩 올림 목록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4" name="도형 213"/>
          <p:cNvSpPr>
            <a:spLocks/>
          </p:cNvSpPr>
          <p:nvPr/>
        </p:nvSpPr>
        <p:spPr>
          <a:xfrm rot="0">
            <a:off x="7411085" y="404939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펀딩 신청한 게시글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65" name="도형 214"/>
          <p:cNvCxnSpPr/>
          <p:nvPr/>
        </p:nvCxnSpPr>
        <p:spPr>
          <a:xfrm rot="0">
            <a:off x="6788150" y="4330065"/>
            <a:ext cx="624205" cy="69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도형 215"/>
          <p:cNvCxnSpPr/>
          <p:nvPr/>
        </p:nvCxnSpPr>
        <p:spPr>
          <a:xfrm rot="0">
            <a:off x="4378960" y="3321685"/>
            <a:ext cx="831850" cy="10096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도형 233"/>
          <p:cNvSpPr>
            <a:spLocks/>
          </p:cNvSpPr>
          <p:nvPr/>
        </p:nvSpPr>
        <p:spPr>
          <a:xfrm rot="0">
            <a:off x="9587865" y="4037965"/>
            <a:ext cx="1579880" cy="48387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펀딩 게시물 제목 클릭시, 상세조회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8" name="도형 250"/>
          <p:cNvSpPr>
            <a:spLocks/>
          </p:cNvSpPr>
          <p:nvPr/>
        </p:nvSpPr>
        <p:spPr>
          <a:xfrm rot="0">
            <a:off x="3544570" y="3707765"/>
            <a:ext cx="217170" cy="451485"/>
          </a:xfrm>
          <a:prstGeom prst="down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4" name="도형 69"/>
          <p:cNvSpPr>
            <a:spLocks/>
          </p:cNvSpPr>
          <p:nvPr/>
        </p:nvSpPr>
        <p:spPr>
          <a:xfrm rot="0">
            <a:off x="5224145" y="50444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펀딩리스트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5" name="도형 70"/>
          <p:cNvSpPr>
            <a:spLocks/>
          </p:cNvSpPr>
          <p:nvPr/>
        </p:nvSpPr>
        <p:spPr>
          <a:xfrm rot="0">
            <a:off x="7411720" y="4894580"/>
            <a:ext cx="1579880" cy="4083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펀딩 승인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76" name="도형 71"/>
          <p:cNvCxnSpPr>
            <a:stCxn id="74" idx="3"/>
            <a:endCxn id="75" idx="1"/>
          </p:cNvCxnSpPr>
          <p:nvPr/>
        </p:nvCxnSpPr>
        <p:spPr>
          <a:xfrm rot="0" flipV="1">
            <a:off x="6803390" y="5098415"/>
            <a:ext cx="608965" cy="2336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도형 72"/>
          <p:cNvCxnSpPr>
            <a:stCxn id="10" idx="3"/>
            <a:endCxn id="74" idx="1"/>
          </p:cNvCxnSpPr>
          <p:nvPr/>
        </p:nvCxnSpPr>
        <p:spPr>
          <a:xfrm rot="0">
            <a:off x="4379595" y="3322320"/>
            <a:ext cx="845185" cy="20097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도형 73"/>
          <p:cNvSpPr>
            <a:spLocks/>
          </p:cNvSpPr>
          <p:nvPr/>
        </p:nvSpPr>
        <p:spPr>
          <a:xfrm rot="0">
            <a:off x="7415530" y="5575300"/>
            <a:ext cx="1579880" cy="38862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펀딩 후원금 반환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79" name="도형 74"/>
          <p:cNvCxnSpPr>
            <a:stCxn id="74" idx="3"/>
            <a:endCxn id="78" idx="1"/>
          </p:cNvCxnSpPr>
          <p:nvPr/>
        </p:nvCxnSpPr>
        <p:spPr>
          <a:xfrm rot="0">
            <a:off x="6803390" y="5331460"/>
            <a:ext cx="612775" cy="4387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도형 75"/>
          <p:cNvSpPr>
            <a:spLocks/>
          </p:cNvSpPr>
          <p:nvPr/>
        </p:nvSpPr>
        <p:spPr>
          <a:xfrm rot="0">
            <a:off x="9543415" y="5588000"/>
            <a:ext cx="1579880" cy="38798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후원금 반환을 한 일반회원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1" name="도형 76"/>
          <p:cNvCxnSpPr>
            <a:stCxn id="78" idx="3"/>
            <a:endCxn id="80" idx="1"/>
          </p:cNvCxnSpPr>
          <p:nvPr/>
        </p:nvCxnSpPr>
        <p:spPr>
          <a:xfrm rot="0">
            <a:off x="8994775" y="5769610"/>
            <a:ext cx="549275" cy="1270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도형 77"/>
          <p:cNvSpPr>
            <a:spLocks/>
          </p:cNvSpPr>
          <p:nvPr/>
        </p:nvSpPr>
        <p:spPr>
          <a:xfrm rot="0">
            <a:off x="9547860" y="4893945"/>
            <a:ext cx="1579880" cy="38671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펀딩 신청글에 대한 승인여부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83" name="도형 78"/>
          <p:cNvCxnSpPr>
            <a:stCxn id="75" idx="3"/>
            <a:endCxn id="82" idx="1"/>
          </p:cNvCxnSpPr>
          <p:nvPr/>
        </p:nvCxnSpPr>
        <p:spPr>
          <a:xfrm rot="0" flipV="1">
            <a:off x="8990965" y="5086985"/>
            <a:ext cx="557530" cy="120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STUD-1~3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마이 페이지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도형 88"/>
          <p:cNvSpPr>
            <a:spLocks/>
          </p:cNvSpPr>
          <p:nvPr/>
        </p:nvSpPr>
        <p:spPr>
          <a:xfrm rot="0">
            <a:off x="626110" y="36639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이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도형 89"/>
          <p:cNvSpPr>
            <a:spLocks/>
          </p:cNvSpPr>
          <p:nvPr/>
        </p:nvSpPr>
        <p:spPr>
          <a:xfrm rot="0">
            <a:off x="5074285" y="21094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3-1. 회원정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보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도형 93"/>
          <p:cNvSpPr>
            <a:spLocks/>
          </p:cNvSpPr>
          <p:nvPr/>
        </p:nvSpPr>
        <p:spPr>
          <a:xfrm rot="0">
            <a:off x="2715895" y="366014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비밀번호 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도형 94"/>
          <p:cNvSpPr>
            <a:spLocks/>
          </p:cNvSpPr>
          <p:nvPr/>
        </p:nvSpPr>
        <p:spPr>
          <a:xfrm rot="0">
            <a:off x="5062855" y="545274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회원탈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95"/>
          <p:cNvSpPr>
            <a:spLocks/>
          </p:cNvSpPr>
          <p:nvPr/>
        </p:nvSpPr>
        <p:spPr>
          <a:xfrm rot="0">
            <a:off x="7258685" y="21062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회원정보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96"/>
          <p:cNvSpPr>
            <a:spLocks/>
          </p:cNvSpPr>
          <p:nvPr/>
        </p:nvSpPr>
        <p:spPr>
          <a:xfrm rot="0">
            <a:off x="7250430" y="545211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회원탈퇴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35"/>
          <p:cNvCxnSpPr>
            <a:stCxn id="5" idx="3"/>
            <a:endCxn id="10" idx="1"/>
          </p:cNvCxnSpPr>
          <p:nvPr/>
        </p:nvCxnSpPr>
        <p:spPr>
          <a:xfrm rot="0" flipV="1">
            <a:off x="2205355" y="3947160"/>
            <a:ext cx="511175" cy="444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상자 136"/>
          <p:cNvSpPr txBox="1">
            <a:spLocks/>
          </p:cNvSpPr>
          <p:nvPr/>
        </p:nvSpPr>
        <p:spPr>
          <a:xfrm rot="0">
            <a:off x="4906010" y="1513205"/>
            <a:ext cx="171894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보육원구성원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cxnSp>
        <p:nvCxnSpPr>
          <p:cNvPr id="16" name="도형 137"/>
          <p:cNvCxnSpPr>
            <a:stCxn id="10" idx="3"/>
            <a:endCxn id="6" idx="1"/>
          </p:cNvCxnSpPr>
          <p:nvPr/>
        </p:nvCxnSpPr>
        <p:spPr>
          <a:xfrm rot="0" flipV="1">
            <a:off x="4294505" y="2395855"/>
            <a:ext cx="780415" cy="155130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도형 138"/>
          <p:cNvCxnSpPr>
            <a:stCxn id="10" idx="3"/>
            <a:endCxn id="11" idx="1"/>
          </p:cNvCxnSpPr>
          <p:nvPr/>
        </p:nvCxnSpPr>
        <p:spPr>
          <a:xfrm rot="0">
            <a:off x="4294505" y="3946525"/>
            <a:ext cx="768985" cy="17932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도형 139"/>
          <p:cNvCxnSpPr/>
          <p:nvPr/>
        </p:nvCxnSpPr>
        <p:spPr>
          <a:xfrm rot="0" flipV="1">
            <a:off x="6652895" y="2392680"/>
            <a:ext cx="606425" cy="381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140"/>
          <p:cNvCxnSpPr/>
          <p:nvPr/>
        </p:nvCxnSpPr>
        <p:spPr>
          <a:xfrm rot="0" flipV="1">
            <a:off x="6641465" y="5738495"/>
            <a:ext cx="609600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도형 141"/>
          <p:cNvSpPr>
            <a:spLocks/>
          </p:cNvSpPr>
          <p:nvPr/>
        </p:nvSpPr>
        <p:spPr>
          <a:xfrm rot="0">
            <a:off x="2717165" y="4899660"/>
            <a:ext cx="1579245" cy="4832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비밀번호 불일치시,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출력후, 메인으로 돌아감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도형 147"/>
          <p:cNvSpPr>
            <a:spLocks/>
          </p:cNvSpPr>
          <p:nvPr/>
        </p:nvSpPr>
        <p:spPr>
          <a:xfrm rot="0">
            <a:off x="5082540" y="289623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3-2.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나눔받기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도형 148"/>
          <p:cNvSpPr>
            <a:spLocks/>
          </p:cNvSpPr>
          <p:nvPr/>
        </p:nvSpPr>
        <p:spPr>
          <a:xfrm rot="0">
            <a:off x="5076190" y="36683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도형 149"/>
          <p:cNvSpPr>
            <a:spLocks/>
          </p:cNvSpPr>
          <p:nvPr/>
        </p:nvSpPr>
        <p:spPr>
          <a:xfrm rot="0">
            <a:off x="5070475" y="444055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댓글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도형 151"/>
          <p:cNvSpPr>
            <a:spLocks/>
          </p:cNvSpPr>
          <p:nvPr/>
        </p:nvSpPr>
        <p:spPr>
          <a:xfrm rot="0">
            <a:off x="9743440" y="5447030"/>
            <a:ext cx="157924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회원탈퇴를 할 것인지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확인하는 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도형 152"/>
          <p:cNvSpPr>
            <a:spLocks/>
          </p:cNvSpPr>
          <p:nvPr/>
        </p:nvSpPr>
        <p:spPr>
          <a:xfrm rot="0">
            <a:off x="9029065" y="5621020"/>
            <a:ext cx="563245" cy="243205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7" name="도형 157"/>
          <p:cNvSpPr>
            <a:spLocks/>
          </p:cNvSpPr>
          <p:nvPr/>
        </p:nvSpPr>
        <p:spPr>
          <a:xfrm rot="0">
            <a:off x="9424035" y="210883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회원정보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8" name="도형 158"/>
          <p:cNvCxnSpPr/>
          <p:nvPr/>
        </p:nvCxnSpPr>
        <p:spPr>
          <a:xfrm rot="0">
            <a:off x="8837295" y="2392680"/>
            <a:ext cx="58737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도형 159"/>
          <p:cNvSpPr>
            <a:spLocks/>
          </p:cNvSpPr>
          <p:nvPr/>
        </p:nvSpPr>
        <p:spPr>
          <a:xfrm rot="0">
            <a:off x="7261225" y="289560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나눔 받기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0" name="도형 160"/>
          <p:cNvSpPr>
            <a:spLocks/>
          </p:cNvSpPr>
          <p:nvPr/>
        </p:nvSpPr>
        <p:spPr>
          <a:xfrm rot="0">
            <a:off x="7263765" y="36683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글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1" name="도형 161"/>
          <p:cNvSpPr>
            <a:spLocks/>
          </p:cNvSpPr>
          <p:nvPr/>
        </p:nvSpPr>
        <p:spPr>
          <a:xfrm rot="0">
            <a:off x="7272020" y="44462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댓글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2" name="도형 162"/>
          <p:cNvSpPr>
            <a:spLocks/>
          </p:cNvSpPr>
          <p:nvPr/>
        </p:nvSpPr>
        <p:spPr>
          <a:xfrm rot="0">
            <a:off x="9417050" y="289814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나눔 받기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3" name="도형 163"/>
          <p:cNvSpPr>
            <a:spLocks/>
          </p:cNvSpPr>
          <p:nvPr/>
        </p:nvSpPr>
        <p:spPr>
          <a:xfrm rot="0">
            <a:off x="9411335" y="367030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4" name="도형 164"/>
          <p:cNvSpPr>
            <a:spLocks/>
          </p:cNvSpPr>
          <p:nvPr/>
        </p:nvSpPr>
        <p:spPr>
          <a:xfrm rot="0">
            <a:off x="9428480" y="444881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댓글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5" name="도형 165"/>
          <p:cNvCxnSpPr/>
          <p:nvPr/>
        </p:nvCxnSpPr>
        <p:spPr>
          <a:xfrm rot="0" flipV="1">
            <a:off x="6661150" y="3181985"/>
            <a:ext cx="600710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도형 166"/>
          <p:cNvCxnSpPr/>
          <p:nvPr/>
        </p:nvCxnSpPr>
        <p:spPr>
          <a:xfrm rot="0">
            <a:off x="8839835" y="3181985"/>
            <a:ext cx="57785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도형 167"/>
          <p:cNvCxnSpPr>
            <a:stCxn id="23" idx="3"/>
          </p:cNvCxnSpPr>
          <p:nvPr/>
        </p:nvCxnSpPr>
        <p:spPr>
          <a:xfrm rot="0">
            <a:off x="6654800" y="3954780"/>
            <a:ext cx="60960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도형 168"/>
          <p:cNvCxnSpPr/>
          <p:nvPr/>
        </p:nvCxnSpPr>
        <p:spPr>
          <a:xfrm rot="0">
            <a:off x="8842375" y="3954780"/>
            <a:ext cx="569595" cy="25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도형 169"/>
          <p:cNvCxnSpPr>
            <a:stCxn id="24" idx="3"/>
            <a:endCxn id="31" idx="1"/>
          </p:cNvCxnSpPr>
          <p:nvPr/>
        </p:nvCxnSpPr>
        <p:spPr>
          <a:xfrm rot="0">
            <a:off x="6649085" y="4726940"/>
            <a:ext cx="62357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도형 170"/>
          <p:cNvCxnSpPr>
            <a:stCxn id="31" idx="3"/>
            <a:endCxn id="34" idx="1"/>
          </p:cNvCxnSpPr>
          <p:nvPr/>
        </p:nvCxnSpPr>
        <p:spPr>
          <a:xfrm rot="0">
            <a:off x="8850630" y="4732655"/>
            <a:ext cx="57848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도형 171"/>
          <p:cNvCxnSpPr>
            <a:stCxn id="10" idx="3"/>
            <a:endCxn id="22" idx="1"/>
          </p:cNvCxnSpPr>
          <p:nvPr/>
        </p:nvCxnSpPr>
        <p:spPr>
          <a:xfrm rot="0" flipV="1">
            <a:off x="4294505" y="3182620"/>
            <a:ext cx="788670" cy="7645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도형 172"/>
          <p:cNvCxnSpPr>
            <a:stCxn id="10" idx="3"/>
            <a:endCxn id="23" idx="1"/>
          </p:cNvCxnSpPr>
          <p:nvPr/>
        </p:nvCxnSpPr>
        <p:spPr>
          <a:xfrm rot="0">
            <a:off x="4294505" y="3946525"/>
            <a:ext cx="782320" cy="889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도형 173"/>
          <p:cNvCxnSpPr>
            <a:stCxn id="10" idx="3"/>
            <a:endCxn id="24" idx="1"/>
          </p:cNvCxnSpPr>
          <p:nvPr/>
        </p:nvCxnSpPr>
        <p:spPr>
          <a:xfrm rot="0">
            <a:off x="4294505" y="3946525"/>
            <a:ext cx="776605" cy="7810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도형 251"/>
          <p:cNvSpPr>
            <a:spLocks/>
          </p:cNvSpPr>
          <p:nvPr/>
        </p:nvSpPr>
        <p:spPr>
          <a:xfrm rot="0">
            <a:off x="3399155" y="4332605"/>
            <a:ext cx="216535" cy="450850"/>
          </a:xfrm>
          <a:prstGeom prst="down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KNY-USER-17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~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27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마이 페이지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>
            <a:spLocks/>
          </p:cNvSpPr>
          <p:nvPr/>
        </p:nvSpPr>
        <p:spPr>
          <a:xfrm rot="0">
            <a:off x="626110" y="36639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이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5074285" y="21094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3-1. 회원정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보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2715895" y="366014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비밀번호 입력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5088890" y="61353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6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회원탈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Rect 0"/>
          <p:cNvSpPr>
            <a:spLocks/>
          </p:cNvSpPr>
          <p:nvPr/>
        </p:nvSpPr>
        <p:spPr>
          <a:xfrm rot="0">
            <a:off x="7258685" y="21062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회원정보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7276465" y="613473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회원탈퇴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Rect 0"/>
          <p:cNvCxnSpPr>
            <a:stCxn id="5" idx="3"/>
            <a:endCxn id="10" idx="1"/>
          </p:cNvCxnSpPr>
          <p:nvPr/>
        </p:nvCxnSpPr>
        <p:spPr>
          <a:xfrm rot="0" flipV="1">
            <a:off x="2205355" y="3947160"/>
            <a:ext cx="511175" cy="444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 0"/>
          <p:cNvSpPr txBox="1">
            <a:spLocks/>
          </p:cNvSpPr>
          <p:nvPr/>
        </p:nvSpPr>
        <p:spPr>
          <a:xfrm rot="0">
            <a:off x="5269230" y="1539240"/>
            <a:ext cx="119189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일반회원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cxnSp>
        <p:nvCxnSpPr>
          <p:cNvPr id="16" name="Rect 0"/>
          <p:cNvCxnSpPr>
            <a:stCxn id="10" idx="3"/>
            <a:endCxn id="6" idx="1"/>
          </p:cNvCxnSpPr>
          <p:nvPr/>
        </p:nvCxnSpPr>
        <p:spPr>
          <a:xfrm rot="0" flipV="1">
            <a:off x="4294505" y="2273935"/>
            <a:ext cx="780415" cy="167322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t 0"/>
          <p:cNvCxnSpPr>
            <a:stCxn id="10" idx="3"/>
            <a:endCxn id="11" idx="1"/>
          </p:cNvCxnSpPr>
          <p:nvPr/>
        </p:nvCxnSpPr>
        <p:spPr>
          <a:xfrm rot="0">
            <a:off x="4294505" y="3946525"/>
            <a:ext cx="795020" cy="24758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t 0"/>
          <p:cNvCxnSpPr/>
          <p:nvPr/>
        </p:nvCxnSpPr>
        <p:spPr>
          <a:xfrm rot="0" flipV="1">
            <a:off x="6652895" y="2392680"/>
            <a:ext cx="606425" cy="381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ect 0"/>
          <p:cNvCxnSpPr/>
          <p:nvPr/>
        </p:nvCxnSpPr>
        <p:spPr>
          <a:xfrm rot="0" flipV="1">
            <a:off x="6667500" y="6421120"/>
            <a:ext cx="609600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 0"/>
          <p:cNvSpPr>
            <a:spLocks/>
          </p:cNvSpPr>
          <p:nvPr/>
        </p:nvSpPr>
        <p:spPr>
          <a:xfrm rot="0">
            <a:off x="2717165" y="4899660"/>
            <a:ext cx="1579245" cy="48323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비밀번호 불일치시,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경고창 출력후, 메인으로 돌아감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3425190" y="4358640"/>
            <a:ext cx="216535" cy="450850"/>
          </a:xfrm>
          <a:prstGeom prst="down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5056505" y="275780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3-2.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나눔하기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Rect 0"/>
          <p:cNvSpPr>
            <a:spLocks/>
          </p:cNvSpPr>
          <p:nvPr/>
        </p:nvSpPr>
        <p:spPr>
          <a:xfrm rot="0">
            <a:off x="5059045" y="34086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Rect 0"/>
          <p:cNvSpPr>
            <a:spLocks/>
          </p:cNvSpPr>
          <p:nvPr/>
        </p:nvSpPr>
        <p:spPr>
          <a:xfrm rot="0">
            <a:off x="5062220" y="408559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내가 쓴 댓글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9769475" y="6129655"/>
            <a:ext cx="157924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회원탈퇴를 할 것인지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확인하는 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Rect 0"/>
          <p:cNvSpPr>
            <a:spLocks/>
          </p:cNvSpPr>
          <p:nvPr/>
        </p:nvSpPr>
        <p:spPr>
          <a:xfrm rot="0">
            <a:off x="9055100" y="6303645"/>
            <a:ext cx="563245" cy="243205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7" name="Rect 0"/>
          <p:cNvSpPr>
            <a:spLocks/>
          </p:cNvSpPr>
          <p:nvPr/>
        </p:nvSpPr>
        <p:spPr>
          <a:xfrm rot="0">
            <a:off x="9424035" y="210883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회원정보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8" name="Rect 0"/>
          <p:cNvCxnSpPr/>
          <p:nvPr/>
        </p:nvCxnSpPr>
        <p:spPr>
          <a:xfrm rot="0">
            <a:off x="8837295" y="2392680"/>
            <a:ext cx="58737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 0"/>
          <p:cNvSpPr>
            <a:spLocks/>
          </p:cNvSpPr>
          <p:nvPr/>
        </p:nvSpPr>
        <p:spPr>
          <a:xfrm rot="0">
            <a:off x="7235190" y="27571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나눔 한 목록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0" name="Rect 0"/>
          <p:cNvSpPr>
            <a:spLocks/>
          </p:cNvSpPr>
          <p:nvPr/>
        </p:nvSpPr>
        <p:spPr>
          <a:xfrm rot="0">
            <a:off x="7246620" y="34086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글 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1" name="Rect 0"/>
          <p:cNvSpPr>
            <a:spLocks/>
          </p:cNvSpPr>
          <p:nvPr/>
        </p:nvSpPr>
        <p:spPr>
          <a:xfrm rot="0">
            <a:off x="7263765" y="409130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내가 쓴 댓글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3" name="Rect 0"/>
          <p:cNvSpPr>
            <a:spLocks/>
          </p:cNvSpPr>
          <p:nvPr/>
        </p:nvSpPr>
        <p:spPr>
          <a:xfrm rot="0">
            <a:off x="9394190" y="341058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4" name="Rect 0"/>
          <p:cNvSpPr>
            <a:spLocks/>
          </p:cNvSpPr>
          <p:nvPr/>
        </p:nvSpPr>
        <p:spPr>
          <a:xfrm rot="0">
            <a:off x="9420225" y="409384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내가 쓴 댓글 수정/삭제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5" name="Rect 0"/>
          <p:cNvCxnSpPr/>
          <p:nvPr/>
        </p:nvCxnSpPr>
        <p:spPr>
          <a:xfrm rot="0" flipV="1">
            <a:off x="6635115" y="3043555"/>
            <a:ext cx="600710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t 0"/>
          <p:cNvCxnSpPr/>
          <p:nvPr/>
        </p:nvCxnSpPr>
        <p:spPr>
          <a:xfrm rot="0">
            <a:off x="6637655" y="3695065"/>
            <a:ext cx="60960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ect 0"/>
          <p:cNvCxnSpPr/>
          <p:nvPr/>
        </p:nvCxnSpPr>
        <p:spPr>
          <a:xfrm rot="0">
            <a:off x="8825230" y="3695065"/>
            <a:ext cx="569595" cy="25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t 0"/>
          <p:cNvCxnSpPr/>
          <p:nvPr/>
        </p:nvCxnSpPr>
        <p:spPr>
          <a:xfrm rot="0">
            <a:off x="6640830" y="4371975"/>
            <a:ext cx="62357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ect 0"/>
          <p:cNvCxnSpPr/>
          <p:nvPr/>
        </p:nvCxnSpPr>
        <p:spPr>
          <a:xfrm rot="0">
            <a:off x="8842375" y="4377690"/>
            <a:ext cx="57848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t 0"/>
          <p:cNvCxnSpPr>
            <a:stCxn id="10" idx="3"/>
            <a:endCxn id="22" idx="1"/>
          </p:cNvCxnSpPr>
          <p:nvPr/>
        </p:nvCxnSpPr>
        <p:spPr>
          <a:xfrm rot="0" flipV="1">
            <a:off x="4294505" y="3044190"/>
            <a:ext cx="762635" cy="9029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t 0"/>
          <p:cNvCxnSpPr>
            <a:stCxn id="10" idx="3"/>
            <a:endCxn id="23" idx="1"/>
          </p:cNvCxnSpPr>
          <p:nvPr/>
        </p:nvCxnSpPr>
        <p:spPr>
          <a:xfrm rot="0" flipV="1">
            <a:off x="4294505" y="3695065"/>
            <a:ext cx="765175" cy="2520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Rect 0"/>
          <p:cNvCxnSpPr>
            <a:stCxn id="10" idx="3"/>
            <a:endCxn id="24" idx="1"/>
          </p:cNvCxnSpPr>
          <p:nvPr/>
        </p:nvCxnSpPr>
        <p:spPr>
          <a:xfrm rot="0">
            <a:off x="4294505" y="3946525"/>
            <a:ext cx="768350" cy="4260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 0"/>
          <p:cNvSpPr>
            <a:spLocks/>
          </p:cNvSpPr>
          <p:nvPr/>
        </p:nvSpPr>
        <p:spPr>
          <a:xfrm rot="0">
            <a:off x="5090795" y="47802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3-5 내가 한 펀딩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5" name="Rect 0"/>
          <p:cNvSpPr>
            <a:spLocks/>
          </p:cNvSpPr>
          <p:nvPr/>
        </p:nvSpPr>
        <p:spPr>
          <a:xfrm rot="0">
            <a:off x="7292340" y="47859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펀딩을 하였던 게시글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47" name="Rect 0"/>
          <p:cNvCxnSpPr/>
          <p:nvPr/>
        </p:nvCxnSpPr>
        <p:spPr>
          <a:xfrm rot="0">
            <a:off x="6669405" y="5066665"/>
            <a:ext cx="62357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도형 179"/>
          <p:cNvCxnSpPr>
            <a:stCxn id="10" idx="3"/>
            <a:endCxn id="44" idx="1"/>
          </p:cNvCxnSpPr>
          <p:nvPr/>
        </p:nvCxnSpPr>
        <p:spPr>
          <a:xfrm rot="0">
            <a:off x="4294505" y="3946525"/>
            <a:ext cx="796925" cy="11207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도형 187"/>
          <p:cNvSpPr>
            <a:spLocks/>
          </p:cNvSpPr>
          <p:nvPr/>
        </p:nvSpPr>
        <p:spPr>
          <a:xfrm rot="0">
            <a:off x="9754870" y="4835525"/>
            <a:ext cx="157924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미달성 펀딩에 대한 환불클릭시 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환불 정보입력후 반환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0" name="도형 189"/>
          <p:cNvSpPr>
            <a:spLocks/>
          </p:cNvSpPr>
          <p:nvPr/>
        </p:nvSpPr>
        <p:spPr>
          <a:xfrm rot="0">
            <a:off x="9023350" y="5026660"/>
            <a:ext cx="563245" cy="243205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51" name="도형 259"/>
          <p:cNvSpPr>
            <a:spLocks/>
          </p:cNvSpPr>
          <p:nvPr/>
        </p:nvSpPr>
        <p:spPr>
          <a:xfrm rot="0">
            <a:off x="5076190" y="54660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3-6. 관심 보육원 확인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52" name="도형 260"/>
          <p:cNvCxnSpPr>
            <a:stCxn id="10" idx="3"/>
            <a:endCxn id="51" idx="1"/>
          </p:cNvCxnSpPr>
          <p:nvPr/>
        </p:nvCxnSpPr>
        <p:spPr>
          <a:xfrm rot="0">
            <a:off x="4294505" y="3946525"/>
            <a:ext cx="782320" cy="18065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도형 261"/>
          <p:cNvSpPr>
            <a:spLocks/>
          </p:cNvSpPr>
          <p:nvPr/>
        </p:nvSpPr>
        <p:spPr>
          <a:xfrm rot="0">
            <a:off x="7275195" y="546036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관심 보육원 목록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화면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54" name="도형 262"/>
          <p:cNvCxnSpPr>
            <a:stCxn id="51" idx="3"/>
            <a:endCxn id="53" idx="1"/>
          </p:cNvCxnSpPr>
          <p:nvPr/>
        </p:nvCxnSpPr>
        <p:spPr>
          <a:xfrm rot="0" flipV="1">
            <a:off x="6654800" y="5746750"/>
            <a:ext cx="62103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STUD-4~7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쪽지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도형 216"/>
          <p:cNvSpPr>
            <a:spLocks/>
          </p:cNvSpPr>
          <p:nvPr/>
        </p:nvSpPr>
        <p:spPr>
          <a:xfrm rot="0">
            <a:off x="998220" y="374142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도형 217"/>
          <p:cNvSpPr>
            <a:spLocks/>
          </p:cNvSpPr>
          <p:nvPr/>
        </p:nvSpPr>
        <p:spPr>
          <a:xfrm rot="0">
            <a:off x="3059430" y="374396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쪽지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218"/>
          <p:cNvSpPr>
            <a:spLocks/>
          </p:cNvSpPr>
          <p:nvPr/>
        </p:nvSpPr>
        <p:spPr>
          <a:xfrm rot="0">
            <a:off x="5215255" y="30543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쪽지보내기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219"/>
          <p:cNvSpPr>
            <a:spLocks/>
          </p:cNvSpPr>
          <p:nvPr/>
        </p:nvSpPr>
        <p:spPr>
          <a:xfrm rot="0">
            <a:off x="5209540" y="449326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쪽지함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도형 220"/>
          <p:cNvCxnSpPr/>
          <p:nvPr/>
        </p:nvCxnSpPr>
        <p:spPr>
          <a:xfrm rot="0" flipV="1">
            <a:off x="4638040" y="3340735"/>
            <a:ext cx="577850" cy="69024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221"/>
          <p:cNvCxnSpPr/>
          <p:nvPr/>
        </p:nvCxnSpPr>
        <p:spPr>
          <a:xfrm rot="0">
            <a:off x="4597400" y="4180205"/>
            <a:ext cx="603885" cy="6000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222"/>
          <p:cNvCxnSpPr/>
          <p:nvPr/>
        </p:nvCxnSpPr>
        <p:spPr>
          <a:xfrm rot="0">
            <a:off x="2576830" y="4027805"/>
            <a:ext cx="48323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도형 223"/>
          <p:cNvSpPr>
            <a:spLocks/>
          </p:cNvSpPr>
          <p:nvPr/>
        </p:nvSpPr>
        <p:spPr>
          <a:xfrm rot="0">
            <a:off x="7388225" y="304800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쪽지보내기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224"/>
          <p:cNvSpPr>
            <a:spLocks/>
          </p:cNvSpPr>
          <p:nvPr/>
        </p:nvSpPr>
        <p:spPr>
          <a:xfrm rot="0">
            <a:off x="7381875" y="449516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쪽지보관함 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225"/>
          <p:cNvCxnSpPr>
            <a:endCxn id="13" idx="1"/>
          </p:cNvCxnSpPr>
          <p:nvPr/>
        </p:nvCxnSpPr>
        <p:spPr>
          <a:xfrm rot="0">
            <a:off x="6788150" y="4779645"/>
            <a:ext cx="594360" cy="25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226"/>
          <p:cNvCxnSpPr/>
          <p:nvPr/>
        </p:nvCxnSpPr>
        <p:spPr>
          <a:xfrm rot="0" flipV="1">
            <a:off x="6793865" y="3334385"/>
            <a:ext cx="594995" cy="69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도형 228"/>
          <p:cNvSpPr>
            <a:spLocks/>
          </p:cNvSpPr>
          <p:nvPr/>
        </p:nvSpPr>
        <p:spPr>
          <a:xfrm rot="0">
            <a:off x="9885045" y="3037205"/>
            <a:ext cx="157924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수신자 아이디와 내용입력후 송신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텍스트 상자 229"/>
          <p:cNvSpPr txBox="1">
            <a:spLocks/>
          </p:cNvSpPr>
          <p:nvPr/>
        </p:nvSpPr>
        <p:spPr>
          <a:xfrm rot="0">
            <a:off x="5130800" y="1805940"/>
            <a:ext cx="174561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구성원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도형 258"/>
          <p:cNvSpPr>
            <a:spLocks/>
          </p:cNvSpPr>
          <p:nvPr/>
        </p:nvSpPr>
        <p:spPr>
          <a:xfrm rot="0">
            <a:off x="9152255" y="3184525"/>
            <a:ext cx="563245" cy="243205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263"/>
          <p:cNvSpPr>
            <a:spLocks/>
          </p:cNvSpPr>
          <p:nvPr/>
        </p:nvSpPr>
        <p:spPr>
          <a:xfrm rot="0">
            <a:off x="9872345" y="4474845"/>
            <a:ext cx="1579245" cy="59055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쪽지 제목 클릭시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상세내용 확인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289"/>
          <p:cNvSpPr>
            <a:spLocks/>
          </p:cNvSpPr>
          <p:nvPr/>
        </p:nvSpPr>
        <p:spPr>
          <a:xfrm rot="0">
            <a:off x="9155430" y="4653915"/>
            <a:ext cx="563245" cy="243205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도형 290"/>
          <p:cNvSpPr>
            <a:spLocks/>
          </p:cNvSpPr>
          <p:nvPr/>
        </p:nvSpPr>
        <p:spPr>
          <a:xfrm rot="0">
            <a:off x="7388225" y="2079625"/>
            <a:ext cx="1579880" cy="5911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커뮤니티에서 아이디 클릭시 쪽지보내기 가능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ORPA-4~7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보육원 상세페이지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 0"/>
          <p:cNvSpPr txBox="1">
            <a:spLocks/>
          </p:cNvSpPr>
          <p:nvPr/>
        </p:nvSpPr>
        <p:spPr>
          <a:xfrm rot="0">
            <a:off x="5130800" y="1668780"/>
            <a:ext cx="174561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관리자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도형 292"/>
          <p:cNvSpPr>
            <a:spLocks/>
          </p:cNvSpPr>
          <p:nvPr/>
        </p:nvSpPr>
        <p:spPr>
          <a:xfrm rot="0">
            <a:off x="789940" y="387032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293"/>
          <p:cNvSpPr>
            <a:spLocks/>
          </p:cNvSpPr>
          <p:nvPr/>
        </p:nvSpPr>
        <p:spPr>
          <a:xfrm rot="0">
            <a:off x="2762250" y="386905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보육원 상세페이지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도형 297"/>
          <p:cNvSpPr>
            <a:spLocks/>
          </p:cNvSpPr>
          <p:nvPr/>
        </p:nvSpPr>
        <p:spPr>
          <a:xfrm rot="0">
            <a:off x="4991100" y="387477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보육원 문의사항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도형 299"/>
          <p:cNvSpPr>
            <a:spLocks/>
          </p:cNvSpPr>
          <p:nvPr/>
        </p:nvSpPr>
        <p:spPr>
          <a:xfrm rot="0">
            <a:off x="4993640" y="260667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보육원 공지사항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도형 300"/>
          <p:cNvSpPr>
            <a:spLocks/>
          </p:cNvSpPr>
          <p:nvPr/>
        </p:nvSpPr>
        <p:spPr>
          <a:xfrm rot="0">
            <a:off x="4993640" y="512381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보육원 갤러리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도형 301"/>
          <p:cNvSpPr>
            <a:spLocks/>
          </p:cNvSpPr>
          <p:nvPr/>
        </p:nvSpPr>
        <p:spPr>
          <a:xfrm rot="0">
            <a:off x="7296785" y="2332990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도형 302"/>
          <p:cNvSpPr>
            <a:spLocks/>
          </p:cNvSpPr>
          <p:nvPr/>
        </p:nvSpPr>
        <p:spPr>
          <a:xfrm rot="0">
            <a:off x="7291070" y="38658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문의에 대한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7" name="도형 304"/>
          <p:cNvSpPr>
            <a:spLocks/>
          </p:cNvSpPr>
          <p:nvPr/>
        </p:nvSpPr>
        <p:spPr>
          <a:xfrm rot="0">
            <a:off x="7299325" y="2733040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8" name="도형 305"/>
          <p:cNvSpPr>
            <a:spLocks/>
          </p:cNvSpPr>
          <p:nvPr/>
        </p:nvSpPr>
        <p:spPr>
          <a:xfrm rot="0">
            <a:off x="7292975" y="3108325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9" name="도형 306"/>
          <p:cNvSpPr>
            <a:spLocks/>
          </p:cNvSpPr>
          <p:nvPr/>
        </p:nvSpPr>
        <p:spPr>
          <a:xfrm rot="0">
            <a:off x="7290435" y="4877435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0" name="도형 307"/>
          <p:cNvSpPr>
            <a:spLocks/>
          </p:cNvSpPr>
          <p:nvPr/>
        </p:nvSpPr>
        <p:spPr>
          <a:xfrm rot="0">
            <a:off x="7292975" y="5243195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1" name="도형 308"/>
          <p:cNvSpPr>
            <a:spLocks/>
          </p:cNvSpPr>
          <p:nvPr/>
        </p:nvSpPr>
        <p:spPr>
          <a:xfrm rot="0">
            <a:off x="7286625" y="5618480"/>
            <a:ext cx="1579245" cy="33020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 공지사항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2" name="도형 309"/>
          <p:cNvCxnSpPr/>
          <p:nvPr/>
        </p:nvCxnSpPr>
        <p:spPr>
          <a:xfrm rot="0" flipV="1">
            <a:off x="4340860" y="2893060"/>
            <a:ext cx="653415" cy="12630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도형 310"/>
          <p:cNvCxnSpPr/>
          <p:nvPr/>
        </p:nvCxnSpPr>
        <p:spPr>
          <a:xfrm rot="0">
            <a:off x="4340860" y="4155440"/>
            <a:ext cx="650875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도형 311"/>
          <p:cNvCxnSpPr/>
          <p:nvPr/>
        </p:nvCxnSpPr>
        <p:spPr>
          <a:xfrm rot="0">
            <a:off x="4340860" y="4155440"/>
            <a:ext cx="653415" cy="12553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도형 312"/>
          <p:cNvCxnSpPr/>
          <p:nvPr/>
        </p:nvCxnSpPr>
        <p:spPr>
          <a:xfrm rot="0" flipV="1">
            <a:off x="2368550" y="4155440"/>
            <a:ext cx="394335" cy="190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도형 313"/>
          <p:cNvCxnSpPr/>
          <p:nvPr/>
        </p:nvCxnSpPr>
        <p:spPr>
          <a:xfrm rot="0" flipV="1">
            <a:off x="6572250" y="2531745"/>
            <a:ext cx="725170" cy="3619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도형 314"/>
          <p:cNvCxnSpPr/>
          <p:nvPr/>
        </p:nvCxnSpPr>
        <p:spPr>
          <a:xfrm rot="0">
            <a:off x="6572250" y="2893060"/>
            <a:ext cx="727710" cy="50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도형 315"/>
          <p:cNvCxnSpPr/>
          <p:nvPr/>
        </p:nvCxnSpPr>
        <p:spPr>
          <a:xfrm rot="0">
            <a:off x="6572250" y="2893060"/>
            <a:ext cx="721360" cy="3803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도형 316"/>
          <p:cNvCxnSpPr/>
          <p:nvPr/>
        </p:nvCxnSpPr>
        <p:spPr>
          <a:xfrm rot="0" flipV="1">
            <a:off x="6572250" y="5041900"/>
            <a:ext cx="718820" cy="3689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도형 317"/>
          <p:cNvCxnSpPr/>
          <p:nvPr/>
        </p:nvCxnSpPr>
        <p:spPr>
          <a:xfrm rot="0" flipV="1">
            <a:off x="6572250" y="5407660"/>
            <a:ext cx="72136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도형 318"/>
          <p:cNvCxnSpPr/>
          <p:nvPr/>
        </p:nvCxnSpPr>
        <p:spPr>
          <a:xfrm rot="0">
            <a:off x="6572250" y="5410200"/>
            <a:ext cx="715010" cy="3733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도형 320"/>
          <p:cNvSpPr>
            <a:spLocks/>
          </p:cNvSpPr>
          <p:nvPr/>
        </p:nvSpPr>
        <p:spPr>
          <a:xfrm rot="0">
            <a:off x="9463405" y="386842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5.문의 글에 댓글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43" name="도형 321"/>
          <p:cNvCxnSpPr/>
          <p:nvPr/>
        </p:nvCxnSpPr>
        <p:spPr>
          <a:xfrm rot="0" flipV="1">
            <a:off x="6569710" y="4152265"/>
            <a:ext cx="721995" cy="952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도형 322"/>
          <p:cNvCxnSpPr/>
          <p:nvPr/>
        </p:nvCxnSpPr>
        <p:spPr>
          <a:xfrm rot="0">
            <a:off x="8869680" y="4152265"/>
            <a:ext cx="59436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28~32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/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COMM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7~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보육원 상세페이지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 0"/>
          <p:cNvSpPr txBox="1">
            <a:spLocks/>
          </p:cNvSpPr>
          <p:nvPr/>
        </p:nvSpPr>
        <p:spPr>
          <a:xfrm rot="0">
            <a:off x="5130800" y="1668780"/>
            <a:ext cx="284924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일반 회원,</a:t>
            </a:r>
            <a:r>
              <a:rPr lang="ko-KR" sz="1800" cap="none" b="1" strike="noStrike">
                <a:latin typeface="맑은 고딕" charset="0"/>
                <a:ea typeface="맑은 고딕" charset="0"/>
              </a:rPr>
              <a:t> </a:t>
            </a:r>
            <a:r>
              <a:rPr lang="ko-KR" sz="1800" cap="none" b="1" strike="noStrike">
                <a:latin typeface="맑은 고딕" charset="0"/>
                <a:ea typeface="맑은 고딕" charset="0"/>
              </a:rPr>
              <a:t>보육원 구성원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857885" y="274828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Rect 0"/>
          <p:cNvSpPr>
            <a:spLocks/>
          </p:cNvSpPr>
          <p:nvPr/>
        </p:nvSpPr>
        <p:spPr>
          <a:xfrm rot="0">
            <a:off x="858520" y="392303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보육원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5614035" y="39179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보육원 문의사항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5616575" y="264985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보육원 공지사항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Rect 0"/>
          <p:cNvSpPr>
            <a:spLocks/>
          </p:cNvSpPr>
          <p:nvPr/>
        </p:nvSpPr>
        <p:spPr>
          <a:xfrm rot="0">
            <a:off x="5616575" y="516699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보육원 갤러리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Rect 0"/>
          <p:cNvSpPr>
            <a:spLocks/>
          </p:cNvSpPr>
          <p:nvPr/>
        </p:nvSpPr>
        <p:spPr>
          <a:xfrm rot="0">
            <a:off x="7914005" y="390906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문의에 대한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2" name="Rect 0"/>
          <p:cNvCxnSpPr/>
          <p:nvPr/>
        </p:nvCxnSpPr>
        <p:spPr>
          <a:xfrm rot="0" flipV="1">
            <a:off x="4963795" y="2936240"/>
            <a:ext cx="653415" cy="12630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t 0"/>
          <p:cNvCxnSpPr/>
          <p:nvPr/>
        </p:nvCxnSpPr>
        <p:spPr>
          <a:xfrm rot="0">
            <a:off x="4963795" y="4198620"/>
            <a:ext cx="650875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t 0"/>
          <p:cNvCxnSpPr/>
          <p:nvPr/>
        </p:nvCxnSpPr>
        <p:spPr>
          <a:xfrm rot="0">
            <a:off x="4963795" y="4198620"/>
            <a:ext cx="653415" cy="12553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t 0"/>
          <p:cNvCxnSpPr/>
          <p:nvPr/>
        </p:nvCxnSpPr>
        <p:spPr>
          <a:xfrm rot="0">
            <a:off x="1647190" y="3321050"/>
            <a:ext cx="1270" cy="6026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t 0"/>
          <p:cNvCxnSpPr/>
          <p:nvPr/>
        </p:nvCxnSpPr>
        <p:spPr>
          <a:xfrm rot="0" flipV="1">
            <a:off x="7195185" y="2934970"/>
            <a:ext cx="756920" cy="190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 0"/>
          <p:cNvSpPr>
            <a:spLocks/>
          </p:cNvSpPr>
          <p:nvPr/>
        </p:nvSpPr>
        <p:spPr>
          <a:xfrm rot="0">
            <a:off x="10086340" y="391160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6. 보육원에 문의글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43" name="Rect 0"/>
          <p:cNvCxnSpPr/>
          <p:nvPr/>
        </p:nvCxnSpPr>
        <p:spPr>
          <a:xfrm rot="0" flipV="1">
            <a:off x="7192645" y="4195445"/>
            <a:ext cx="721995" cy="952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Rect 0"/>
          <p:cNvCxnSpPr/>
          <p:nvPr/>
        </p:nvCxnSpPr>
        <p:spPr>
          <a:xfrm rot="0">
            <a:off x="9492615" y="4195445"/>
            <a:ext cx="59436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도형 323"/>
          <p:cNvSpPr>
            <a:spLocks/>
          </p:cNvSpPr>
          <p:nvPr/>
        </p:nvSpPr>
        <p:spPr>
          <a:xfrm rot="0">
            <a:off x="7951470" y="264858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공지사항 선택시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세부내용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46" name="도형 324"/>
          <p:cNvSpPr>
            <a:spLocks/>
          </p:cNvSpPr>
          <p:nvPr/>
        </p:nvSpPr>
        <p:spPr>
          <a:xfrm rot="0">
            <a:off x="2936875" y="391731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지도에서 보육원위치와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보육원 리스트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47" name="도형 326"/>
          <p:cNvCxnSpPr/>
          <p:nvPr/>
        </p:nvCxnSpPr>
        <p:spPr>
          <a:xfrm rot="0" flipV="1">
            <a:off x="2437130" y="4203700"/>
            <a:ext cx="50038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도형 327"/>
          <p:cNvCxnSpPr>
            <a:stCxn id="46" idx="3"/>
          </p:cNvCxnSpPr>
          <p:nvPr/>
        </p:nvCxnSpPr>
        <p:spPr>
          <a:xfrm rot="0" flipV="1">
            <a:off x="4515485" y="4201795"/>
            <a:ext cx="472440" cy="2540"/>
          </a:xfrm>
          <a:prstGeom prst="line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도형 331"/>
          <p:cNvSpPr>
            <a:spLocks/>
          </p:cNvSpPr>
          <p:nvPr/>
        </p:nvSpPr>
        <p:spPr>
          <a:xfrm rot="0">
            <a:off x="10005060" y="5151755"/>
            <a:ext cx="1826895" cy="50990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보육원 구성원은 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문의글 작성이 안된다는 경고창 출력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33,34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/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ADMI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1,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공지사항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 0"/>
          <p:cNvSpPr txBox="1">
            <a:spLocks/>
          </p:cNvSpPr>
          <p:nvPr/>
        </p:nvSpPr>
        <p:spPr>
          <a:xfrm rot="0">
            <a:off x="5064125" y="1798955"/>
            <a:ext cx="2039620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홈페이지 관리자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도형 265"/>
          <p:cNvSpPr>
            <a:spLocks/>
          </p:cNvSpPr>
          <p:nvPr/>
        </p:nvSpPr>
        <p:spPr>
          <a:xfrm rot="0">
            <a:off x="1690370" y="264350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266"/>
          <p:cNvSpPr>
            <a:spLocks/>
          </p:cNvSpPr>
          <p:nvPr/>
        </p:nvSpPr>
        <p:spPr>
          <a:xfrm rot="0">
            <a:off x="3768725" y="264604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267"/>
          <p:cNvSpPr>
            <a:spLocks/>
          </p:cNvSpPr>
          <p:nvPr/>
        </p:nvSpPr>
        <p:spPr>
          <a:xfrm rot="0">
            <a:off x="5878830" y="264604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공지사항 목록화면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텍스트 상자 268"/>
          <p:cNvSpPr txBox="1">
            <a:spLocks/>
          </p:cNvSpPr>
          <p:nvPr/>
        </p:nvSpPr>
        <p:spPr>
          <a:xfrm rot="0">
            <a:off x="4159250" y="4515485"/>
            <a:ext cx="4354830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관리자, 보육원 구성원, 일반회원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22" name="도형 269"/>
          <p:cNvSpPr>
            <a:spLocks/>
          </p:cNvSpPr>
          <p:nvPr/>
        </p:nvSpPr>
        <p:spPr>
          <a:xfrm rot="0">
            <a:off x="1778635" y="535305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도형 270"/>
          <p:cNvSpPr>
            <a:spLocks/>
          </p:cNvSpPr>
          <p:nvPr/>
        </p:nvSpPr>
        <p:spPr>
          <a:xfrm rot="0">
            <a:off x="3856990" y="5355590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도형 273"/>
          <p:cNvSpPr>
            <a:spLocks/>
          </p:cNvSpPr>
          <p:nvPr/>
        </p:nvSpPr>
        <p:spPr>
          <a:xfrm rot="0">
            <a:off x="5978525" y="5349875"/>
            <a:ext cx="1579245" cy="57340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 목록화면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도형 275"/>
          <p:cNvSpPr>
            <a:spLocks/>
          </p:cNvSpPr>
          <p:nvPr/>
        </p:nvSpPr>
        <p:spPr>
          <a:xfrm rot="0">
            <a:off x="8178800" y="2733040"/>
            <a:ext cx="1621155" cy="41656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4-2. 수정할 글을 선택후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7" name="도형 277"/>
          <p:cNvSpPr>
            <a:spLocks/>
          </p:cNvSpPr>
          <p:nvPr/>
        </p:nvSpPr>
        <p:spPr>
          <a:xfrm rot="0">
            <a:off x="8172450" y="2001520"/>
            <a:ext cx="1618615" cy="41656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4-1. 새로운 공지사항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8" name="도형 278"/>
          <p:cNvSpPr>
            <a:spLocks/>
          </p:cNvSpPr>
          <p:nvPr/>
        </p:nvSpPr>
        <p:spPr>
          <a:xfrm rot="0">
            <a:off x="8181340" y="3469005"/>
            <a:ext cx="1609725" cy="41656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4-3. 삭제할 글을 선택후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9" name="도형 279"/>
          <p:cNvSpPr>
            <a:spLocks/>
          </p:cNvSpPr>
          <p:nvPr/>
        </p:nvSpPr>
        <p:spPr>
          <a:xfrm>
            <a:off x="8221345" y="535241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</a:t>
            </a:r>
            <a:r>
              <a:rPr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. </a:t>
            </a: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공지사항 선택시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세부내용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0" name="도형 280"/>
          <p:cNvCxnSpPr/>
          <p:nvPr/>
        </p:nvCxnSpPr>
        <p:spPr>
          <a:xfrm rot="0">
            <a:off x="3268980" y="2929890"/>
            <a:ext cx="50038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281"/>
          <p:cNvCxnSpPr/>
          <p:nvPr/>
        </p:nvCxnSpPr>
        <p:spPr>
          <a:xfrm rot="0">
            <a:off x="3357245" y="5639435"/>
            <a:ext cx="500380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282"/>
          <p:cNvCxnSpPr/>
          <p:nvPr/>
        </p:nvCxnSpPr>
        <p:spPr>
          <a:xfrm rot="0">
            <a:off x="5347335" y="2932430"/>
            <a:ext cx="53213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도형 283"/>
          <p:cNvCxnSpPr/>
          <p:nvPr/>
        </p:nvCxnSpPr>
        <p:spPr>
          <a:xfrm rot="0" flipV="1">
            <a:off x="5435600" y="5636260"/>
            <a:ext cx="543560" cy="63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도형 284"/>
          <p:cNvCxnSpPr>
            <a:endCxn id="27" idx="1"/>
          </p:cNvCxnSpPr>
          <p:nvPr/>
        </p:nvCxnSpPr>
        <p:spPr>
          <a:xfrm rot="0" flipV="1">
            <a:off x="7457440" y="2213610"/>
            <a:ext cx="715645" cy="7194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도형 285"/>
          <p:cNvCxnSpPr/>
          <p:nvPr/>
        </p:nvCxnSpPr>
        <p:spPr>
          <a:xfrm rot="0">
            <a:off x="7457440" y="2932430"/>
            <a:ext cx="721995" cy="889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도형 286"/>
          <p:cNvCxnSpPr>
            <a:endCxn id="28" idx="1"/>
          </p:cNvCxnSpPr>
          <p:nvPr/>
        </p:nvCxnSpPr>
        <p:spPr>
          <a:xfrm rot="0">
            <a:off x="7483475" y="2941320"/>
            <a:ext cx="698500" cy="7359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도형 287"/>
          <p:cNvCxnSpPr/>
          <p:nvPr/>
        </p:nvCxnSpPr>
        <p:spPr>
          <a:xfrm rot="0">
            <a:off x="7557135" y="5636260"/>
            <a:ext cx="664845" cy="31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35~39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봉사활동 게시판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>
            <a:spLocks/>
          </p:cNvSpPr>
          <p:nvPr/>
        </p:nvSpPr>
        <p:spPr>
          <a:xfrm rot="0">
            <a:off x="2150110" y="249682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2154555" y="391858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봉사활동 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1" name="Rect 0"/>
          <p:cNvCxnSpPr>
            <a:stCxn id="5" idx="2"/>
            <a:endCxn id="6" idx="0"/>
          </p:cNvCxnSpPr>
          <p:nvPr/>
        </p:nvCxnSpPr>
        <p:spPr>
          <a:xfrm rot="0">
            <a:off x="2940050" y="3070225"/>
            <a:ext cx="5080" cy="8489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 0"/>
          <p:cNvSpPr txBox="1">
            <a:spLocks/>
          </p:cNvSpPr>
          <p:nvPr/>
        </p:nvSpPr>
        <p:spPr>
          <a:xfrm rot="0">
            <a:off x="5398770" y="1582420"/>
            <a:ext cx="174561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일반회원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도형 2"/>
          <p:cNvSpPr>
            <a:spLocks/>
          </p:cNvSpPr>
          <p:nvPr/>
        </p:nvSpPr>
        <p:spPr>
          <a:xfrm rot="0">
            <a:off x="4457700" y="249999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봉사활동 팁게시판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3"/>
          <p:cNvSpPr>
            <a:spLocks/>
          </p:cNvSpPr>
          <p:nvPr/>
        </p:nvSpPr>
        <p:spPr>
          <a:xfrm rot="0">
            <a:off x="4529455" y="391858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봉사활동 공고게시판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33"/>
          <p:cNvSpPr>
            <a:spLocks/>
          </p:cNvSpPr>
          <p:nvPr/>
        </p:nvSpPr>
        <p:spPr>
          <a:xfrm rot="0">
            <a:off x="4528820" y="55740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봉사활동 후기게시판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1" name="도형 35"/>
          <p:cNvCxnSpPr>
            <a:stCxn id="6" idx="3"/>
            <a:endCxn id="18" idx="1"/>
          </p:cNvCxnSpPr>
          <p:nvPr/>
        </p:nvCxnSpPr>
        <p:spPr>
          <a:xfrm rot="0" flipV="1">
            <a:off x="3733800" y="2787015"/>
            <a:ext cx="724535" cy="141922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36"/>
          <p:cNvCxnSpPr>
            <a:stCxn id="6" idx="3"/>
            <a:endCxn id="19" idx="1"/>
          </p:cNvCxnSpPr>
          <p:nvPr/>
        </p:nvCxnSpPr>
        <p:spPr>
          <a:xfrm rot="0">
            <a:off x="3733800" y="4205605"/>
            <a:ext cx="79629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37"/>
          <p:cNvCxnSpPr>
            <a:stCxn id="6" idx="3"/>
            <a:endCxn id="20" idx="1"/>
          </p:cNvCxnSpPr>
          <p:nvPr/>
        </p:nvCxnSpPr>
        <p:spPr>
          <a:xfrm rot="0">
            <a:off x="3733800" y="4205605"/>
            <a:ext cx="795655" cy="16560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도형 38"/>
          <p:cNvSpPr>
            <a:spLocks/>
          </p:cNvSpPr>
          <p:nvPr/>
        </p:nvSpPr>
        <p:spPr>
          <a:xfrm rot="0">
            <a:off x="8551545" y="2560320"/>
            <a:ext cx="1579880" cy="46355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4-1.새 게시판 글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도형 39"/>
          <p:cNvSpPr>
            <a:spLocks/>
          </p:cNvSpPr>
          <p:nvPr/>
        </p:nvSpPr>
        <p:spPr>
          <a:xfrm rot="0">
            <a:off x="8550275" y="4030980"/>
            <a:ext cx="1579880" cy="46355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 4-2.수정할 게시판 글 선택후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도형 40"/>
          <p:cNvSpPr>
            <a:spLocks/>
          </p:cNvSpPr>
          <p:nvPr/>
        </p:nvSpPr>
        <p:spPr>
          <a:xfrm rot="0">
            <a:off x="8540115" y="5611495"/>
            <a:ext cx="1579880" cy="46355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4-3.삭제할 게시판 글 선택후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7" name="도형 41"/>
          <p:cNvCxnSpPr>
            <a:stCxn id="18" idx="3"/>
            <a:endCxn id="24" idx="1"/>
          </p:cNvCxnSpPr>
          <p:nvPr/>
        </p:nvCxnSpPr>
        <p:spPr>
          <a:xfrm rot="0">
            <a:off x="6036945" y="2787015"/>
            <a:ext cx="2515235" cy="57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도형 50"/>
          <p:cNvSpPr>
            <a:spLocks/>
          </p:cNvSpPr>
          <p:nvPr/>
        </p:nvSpPr>
        <p:spPr>
          <a:xfrm rot="0">
            <a:off x="4526915" y="4600575"/>
            <a:ext cx="1579880" cy="5911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공고 게시판 글확인후, 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하단의 신청하기로 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봉사신청페이지 이동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7" name="도형 52"/>
          <p:cNvCxnSpPr>
            <a:stCxn id="18" idx="3"/>
            <a:endCxn id="25" idx="1"/>
          </p:cNvCxnSpPr>
          <p:nvPr/>
        </p:nvCxnSpPr>
        <p:spPr>
          <a:xfrm rot="0">
            <a:off x="6036945" y="2787015"/>
            <a:ext cx="2513965" cy="14763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도형 53"/>
          <p:cNvCxnSpPr>
            <a:stCxn id="18" idx="3"/>
            <a:endCxn id="26" idx="1"/>
          </p:cNvCxnSpPr>
          <p:nvPr/>
        </p:nvCxnSpPr>
        <p:spPr>
          <a:xfrm rot="0">
            <a:off x="6036945" y="2787015"/>
            <a:ext cx="2503805" cy="305689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도형 54"/>
          <p:cNvCxnSpPr>
            <a:stCxn id="19" idx="3"/>
            <a:endCxn id="24" idx="1"/>
          </p:cNvCxnSpPr>
          <p:nvPr/>
        </p:nvCxnSpPr>
        <p:spPr>
          <a:xfrm rot="0" flipV="1">
            <a:off x="6108700" y="2792095"/>
            <a:ext cx="2443480" cy="141414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도형 55"/>
          <p:cNvCxnSpPr>
            <a:endCxn id="26" idx="1"/>
          </p:cNvCxnSpPr>
          <p:nvPr/>
        </p:nvCxnSpPr>
        <p:spPr>
          <a:xfrm rot="0">
            <a:off x="6108700" y="4215765"/>
            <a:ext cx="2432050" cy="16281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도형 56"/>
          <p:cNvCxnSpPr>
            <a:stCxn id="20" idx="3"/>
            <a:endCxn id="26" idx="1"/>
          </p:cNvCxnSpPr>
          <p:nvPr/>
        </p:nvCxnSpPr>
        <p:spPr>
          <a:xfrm rot="0" flipV="1">
            <a:off x="6108065" y="5843270"/>
            <a:ext cx="2432685" cy="184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도형 57"/>
          <p:cNvCxnSpPr>
            <a:stCxn id="20" idx="3"/>
            <a:endCxn id="25" idx="1"/>
          </p:cNvCxnSpPr>
          <p:nvPr/>
        </p:nvCxnSpPr>
        <p:spPr>
          <a:xfrm rot="0" flipV="1">
            <a:off x="6108065" y="4262755"/>
            <a:ext cx="2442845" cy="159893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도형 58"/>
          <p:cNvCxnSpPr>
            <a:stCxn id="19" idx="3"/>
            <a:endCxn id="25" idx="1"/>
          </p:cNvCxnSpPr>
          <p:nvPr/>
        </p:nvCxnSpPr>
        <p:spPr>
          <a:xfrm rot="0">
            <a:off x="6108700" y="4205605"/>
            <a:ext cx="2442210" cy="577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도형 59"/>
          <p:cNvCxnSpPr>
            <a:stCxn id="20" idx="3"/>
            <a:endCxn id="24" idx="1"/>
          </p:cNvCxnSpPr>
          <p:nvPr/>
        </p:nvCxnSpPr>
        <p:spPr>
          <a:xfrm rot="0" flipV="1">
            <a:off x="6108065" y="2792095"/>
            <a:ext cx="2444115" cy="306959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7895" cy="370205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 rot="0">
            <a:off x="5346700" y="2326640"/>
            <a:ext cx="1746250" cy="370840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구성원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8" name="도형 5"/>
          <p:cNvSpPr>
            <a:spLocks/>
          </p:cNvSpPr>
          <p:nvPr/>
        </p:nvSpPr>
        <p:spPr>
          <a:xfrm rot="0">
            <a:off x="1993900" y="41935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9" name="도형 6"/>
          <p:cNvSpPr>
            <a:spLocks/>
          </p:cNvSpPr>
          <p:nvPr/>
        </p:nvSpPr>
        <p:spPr>
          <a:xfrm rot="0">
            <a:off x="4163695" y="419417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2.커뮤니티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7"/>
          <p:cNvSpPr>
            <a:spLocks/>
          </p:cNvSpPr>
          <p:nvPr/>
        </p:nvSpPr>
        <p:spPr>
          <a:xfrm rot="0">
            <a:off x="6334760" y="33299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자유게시판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도형 8"/>
          <p:cNvSpPr>
            <a:spLocks/>
          </p:cNvSpPr>
          <p:nvPr/>
        </p:nvSpPr>
        <p:spPr>
          <a:xfrm rot="0">
            <a:off x="6344285" y="418338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HOT게시판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22" name="표 17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</a:t>
                      </a: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STU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D-8~16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커뮤니티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 게시판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도형 19"/>
          <p:cNvSpPr>
            <a:spLocks/>
          </p:cNvSpPr>
          <p:nvPr/>
        </p:nvSpPr>
        <p:spPr>
          <a:xfrm rot="0">
            <a:off x="6323330" y="512889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BEST게시판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4" name="도형 20"/>
          <p:cNvSpPr>
            <a:spLocks/>
          </p:cNvSpPr>
          <p:nvPr/>
        </p:nvSpPr>
        <p:spPr>
          <a:xfrm rot="0">
            <a:off x="8720455" y="2918460"/>
            <a:ext cx="1579880" cy="34163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4-1.새 자유게시판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5" name="도형 21"/>
          <p:cNvSpPr>
            <a:spLocks/>
          </p:cNvSpPr>
          <p:nvPr/>
        </p:nvSpPr>
        <p:spPr>
          <a:xfrm rot="0">
            <a:off x="8720455" y="3432810"/>
            <a:ext cx="1579880" cy="34163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4-2.수정할 글 선택 후 게시글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6" name="도형 22"/>
          <p:cNvSpPr>
            <a:spLocks/>
          </p:cNvSpPr>
          <p:nvPr/>
        </p:nvSpPr>
        <p:spPr>
          <a:xfrm rot="0">
            <a:off x="8729980" y="3947160"/>
            <a:ext cx="1579880" cy="34163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4-3.삭제할 글 선택 후 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게시글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7" name="도형 23"/>
          <p:cNvCxnSpPr/>
          <p:nvPr/>
        </p:nvCxnSpPr>
        <p:spPr>
          <a:xfrm rot="0">
            <a:off x="3573145" y="4480560"/>
            <a:ext cx="591185" cy="12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도형 24"/>
          <p:cNvCxnSpPr/>
          <p:nvPr/>
        </p:nvCxnSpPr>
        <p:spPr>
          <a:xfrm rot="0" flipV="1">
            <a:off x="5742940" y="4470400"/>
            <a:ext cx="601980" cy="1143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도형 25"/>
          <p:cNvCxnSpPr/>
          <p:nvPr/>
        </p:nvCxnSpPr>
        <p:spPr>
          <a:xfrm rot="0" flipV="1">
            <a:off x="5742940" y="3616960"/>
            <a:ext cx="592455" cy="8648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도형 26"/>
          <p:cNvCxnSpPr/>
          <p:nvPr/>
        </p:nvCxnSpPr>
        <p:spPr>
          <a:xfrm rot="0">
            <a:off x="5742940" y="4481195"/>
            <a:ext cx="581025" cy="9353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도형 27"/>
          <p:cNvCxnSpPr/>
          <p:nvPr/>
        </p:nvCxnSpPr>
        <p:spPr>
          <a:xfrm rot="0" flipV="1">
            <a:off x="7914005" y="3088640"/>
            <a:ext cx="807085" cy="5289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도형 28"/>
          <p:cNvCxnSpPr/>
          <p:nvPr/>
        </p:nvCxnSpPr>
        <p:spPr>
          <a:xfrm rot="0" flipV="1">
            <a:off x="7914005" y="3602990"/>
            <a:ext cx="807085" cy="1460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도형 29"/>
          <p:cNvCxnSpPr/>
          <p:nvPr/>
        </p:nvCxnSpPr>
        <p:spPr>
          <a:xfrm rot="0">
            <a:off x="7914005" y="3616960"/>
            <a:ext cx="816610" cy="50101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85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altLang="en-US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KNY-USER-40~42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펀딩게시판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도형 9"/>
          <p:cNvSpPr>
            <a:spLocks/>
          </p:cNvSpPr>
          <p:nvPr/>
        </p:nvSpPr>
        <p:spPr>
          <a:xfrm rot="0">
            <a:off x="1244600" y="265176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도형 10"/>
          <p:cNvSpPr>
            <a:spLocks/>
          </p:cNvSpPr>
          <p:nvPr/>
        </p:nvSpPr>
        <p:spPr>
          <a:xfrm rot="0">
            <a:off x="3413760" y="265176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2.펀딩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7" name="도형 11"/>
          <p:cNvSpPr>
            <a:spLocks/>
          </p:cNvSpPr>
          <p:nvPr/>
        </p:nvSpPr>
        <p:spPr>
          <a:xfrm rot="0">
            <a:off x="5449570" y="22504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펀딩 안내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12"/>
          <p:cNvSpPr txBox="1">
            <a:spLocks/>
          </p:cNvSpPr>
          <p:nvPr/>
        </p:nvSpPr>
        <p:spPr>
          <a:xfrm rot="0">
            <a:off x="5542280" y="1668780"/>
            <a:ext cx="1306830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일반 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9" name="도형 14"/>
          <p:cNvSpPr>
            <a:spLocks/>
          </p:cNvSpPr>
          <p:nvPr/>
        </p:nvSpPr>
        <p:spPr>
          <a:xfrm rot="0">
            <a:off x="5449570" y="307276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펀딩 목록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79"/>
          <p:cNvSpPr>
            <a:spLocks/>
          </p:cNvSpPr>
          <p:nvPr/>
        </p:nvSpPr>
        <p:spPr>
          <a:xfrm rot="0">
            <a:off x="1244600" y="51295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80"/>
          <p:cNvSpPr>
            <a:spLocks/>
          </p:cNvSpPr>
          <p:nvPr/>
        </p:nvSpPr>
        <p:spPr>
          <a:xfrm rot="0">
            <a:off x="3413760" y="51295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2.펀딩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4" name="도형 81"/>
          <p:cNvSpPr>
            <a:spLocks/>
          </p:cNvSpPr>
          <p:nvPr/>
        </p:nvSpPr>
        <p:spPr>
          <a:xfrm rot="0">
            <a:off x="5449570" y="45326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펀딩 신청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82"/>
          <p:cNvSpPr>
            <a:spLocks/>
          </p:cNvSpPr>
          <p:nvPr/>
        </p:nvSpPr>
        <p:spPr>
          <a:xfrm rot="0">
            <a:off x="5449570" y="555053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펀딩 목록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텍스트 상자 83"/>
          <p:cNvSpPr txBox="1">
            <a:spLocks/>
          </p:cNvSpPr>
          <p:nvPr/>
        </p:nvSpPr>
        <p:spPr>
          <a:xfrm rot="0">
            <a:off x="4842510" y="3870325"/>
            <a:ext cx="357949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보육원관리자, 홈페이지 관리자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7" name="도형 84"/>
          <p:cNvSpPr>
            <a:spLocks/>
          </p:cNvSpPr>
          <p:nvPr/>
        </p:nvSpPr>
        <p:spPr>
          <a:xfrm rot="0">
            <a:off x="7691120" y="4613910"/>
            <a:ext cx="1579880" cy="43497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새 펀딩신청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9" name="도형 86"/>
          <p:cNvCxnSpPr/>
          <p:nvPr/>
        </p:nvCxnSpPr>
        <p:spPr>
          <a:xfrm rot="0">
            <a:off x="2823845" y="5416550"/>
            <a:ext cx="59055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87"/>
          <p:cNvCxnSpPr>
            <a:endCxn id="14" idx="1"/>
          </p:cNvCxnSpPr>
          <p:nvPr/>
        </p:nvCxnSpPr>
        <p:spPr>
          <a:xfrm rot="0" flipV="1">
            <a:off x="4993005" y="4819650"/>
            <a:ext cx="457200" cy="5975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도형 88"/>
          <p:cNvCxnSpPr/>
          <p:nvPr/>
        </p:nvCxnSpPr>
        <p:spPr>
          <a:xfrm rot="0">
            <a:off x="4993005" y="5416550"/>
            <a:ext cx="457200" cy="4216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89"/>
          <p:cNvCxnSpPr>
            <a:stCxn id="14" idx="3"/>
            <a:endCxn id="17" idx="1"/>
          </p:cNvCxnSpPr>
          <p:nvPr/>
        </p:nvCxnSpPr>
        <p:spPr>
          <a:xfrm rot="0">
            <a:off x="7028815" y="4819650"/>
            <a:ext cx="662940" cy="1206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90"/>
          <p:cNvCxnSpPr/>
          <p:nvPr/>
        </p:nvCxnSpPr>
        <p:spPr>
          <a:xfrm rot="0" flipV="1">
            <a:off x="7028815" y="5551805"/>
            <a:ext cx="622300" cy="2863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도형 91"/>
          <p:cNvCxnSpPr/>
          <p:nvPr/>
        </p:nvCxnSpPr>
        <p:spPr>
          <a:xfrm rot="0">
            <a:off x="2823845" y="2938780"/>
            <a:ext cx="59055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92"/>
          <p:cNvCxnSpPr/>
          <p:nvPr/>
        </p:nvCxnSpPr>
        <p:spPr>
          <a:xfrm rot="0" flipV="1">
            <a:off x="4993005" y="2537460"/>
            <a:ext cx="457200" cy="4019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93"/>
          <p:cNvCxnSpPr/>
          <p:nvPr/>
        </p:nvCxnSpPr>
        <p:spPr>
          <a:xfrm rot="0">
            <a:off x="4993005" y="2938780"/>
            <a:ext cx="457200" cy="4216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도형 94"/>
          <p:cNvSpPr>
            <a:spLocks/>
          </p:cNvSpPr>
          <p:nvPr/>
        </p:nvSpPr>
        <p:spPr>
          <a:xfrm rot="0">
            <a:off x="7680325" y="22504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펀딩 사용법에 대한 안내문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8" name="도형 96"/>
          <p:cNvCxnSpPr/>
          <p:nvPr/>
        </p:nvCxnSpPr>
        <p:spPr>
          <a:xfrm rot="0">
            <a:off x="7028815" y="2537460"/>
            <a:ext cx="652145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도형 97"/>
          <p:cNvSpPr>
            <a:spLocks/>
          </p:cNvSpPr>
          <p:nvPr/>
        </p:nvSpPr>
        <p:spPr>
          <a:xfrm rot="0">
            <a:off x="7669530" y="307276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후원할 펀딩게시판에서 금액입력후 후원신청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0" name="도형 98"/>
          <p:cNvCxnSpPr/>
          <p:nvPr/>
        </p:nvCxnSpPr>
        <p:spPr>
          <a:xfrm rot="0">
            <a:off x="7028815" y="3359785"/>
            <a:ext cx="641350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도형 102"/>
          <p:cNvSpPr>
            <a:spLocks/>
          </p:cNvSpPr>
          <p:nvPr/>
        </p:nvSpPr>
        <p:spPr>
          <a:xfrm rot="0">
            <a:off x="7650480" y="5334635"/>
            <a:ext cx="1579880" cy="43497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수정할 펀딩 선택후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2" name="도형 103"/>
          <p:cNvSpPr>
            <a:spLocks/>
          </p:cNvSpPr>
          <p:nvPr/>
        </p:nvSpPr>
        <p:spPr>
          <a:xfrm rot="0">
            <a:off x="10124440" y="5257800"/>
            <a:ext cx="1579880" cy="59118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펀딩 마감일이 만료되면 후원버튼 비활성화, 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33" name="도형 104"/>
          <p:cNvSpPr>
            <a:spLocks/>
          </p:cNvSpPr>
          <p:nvPr/>
        </p:nvSpPr>
        <p:spPr>
          <a:xfrm rot="0">
            <a:off x="7670800" y="6075045"/>
            <a:ext cx="1579880" cy="43497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4.목표금액 미달성 펀딩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환불진행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34" name="도형 105"/>
          <p:cNvCxnSpPr/>
          <p:nvPr/>
        </p:nvCxnSpPr>
        <p:spPr>
          <a:xfrm rot="0">
            <a:off x="7028815" y="5837555"/>
            <a:ext cx="642620" cy="4552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도형 147"/>
          <p:cNvSpPr>
            <a:spLocks/>
          </p:cNvSpPr>
          <p:nvPr/>
        </p:nvSpPr>
        <p:spPr>
          <a:xfrm rot="0">
            <a:off x="9393555" y="5468620"/>
            <a:ext cx="563880" cy="243840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85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739775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401320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altLang="en-US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KNY-USER-43,44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altLang="en-US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KNY-STUD-17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나눔게시판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도형 31"/>
          <p:cNvSpPr>
            <a:spLocks/>
          </p:cNvSpPr>
          <p:nvPr/>
        </p:nvSpPr>
        <p:spPr>
          <a:xfrm rot="0">
            <a:off x="1378585" y="204470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텍스트 상자 32"/>
          <p:cNvSpPr txBox="1">
            <a:spLocks/>
          </p:cNvSpPr>
          <p:nvPr/>
        </p:nvSpPr>
        <p:spPr>
          <a:xfrm rot="0">
            <a:off x="5542280" y="1678940"/>
            <a:ext cx="1306830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일반 회원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7" name="도형 125"/>
          <p:cNvSpPr>
            <a:spLocks/>
          </p:cNvSpPr>
          <p:nvPr/>
        </p:nvSpPr>
        <p:spPr>
          <a:xfrm rot="0">
            <a:off x="1378585" y="324739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나눔 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126"/>
          <p:cNvSpPr>
            <a:spLocks/>
          </p:cNvSpPr>
          <p:nvPr/>
        </p:nvSpPr>
        <p:spPr>
          <a:xfrm rot="0">
            <a:off x="4103370" y="264985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나눔게시판 안내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9" name="도형 127"/>
          <p:cNvSpPr>
            <a:spLocks/>
          </p:cNvSpPr>
          <p:nvPr/>
        </p:nvSpPr>
        <p:spPr>
          <a:xfrm rot="0">
            <a:off x="4083050" y="358711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나눔 게시판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0" name="도형 128"/>
          <p:cNvCxnSpPr/>
          <p:nvPr/>
        </p:nvCxnSpPr>
        <p:spPr>
          <a:xfrm rot="0">
            <a:off x="2168525" y="2618105"/>
            <a:ext cx="635" cy="62992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도형 129"/>
          <p:cNvCxnSpPr>
            <a:stCxn id="7" idx="3"/>
            <a:endCxn id="8" idx="1"/>
          </p:cNvCxnSpPr>
          <p:nvPr/>
        </p:nvCxnSpPr>
        <p:spPr>
          <a:xfrm rot="0" flipV="1">
            <a:off x="2957830" y="2936875"/>
            <a:ext cx="1146175" cy="59817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130"/>
          <p:cNvCxnSpPr>
            <a:stCxn id="7" idx="3"/>
            <a:endCxn id="9" idx="1"/>
          </p:cNvCxnSpPr>
          <p:nvPr/>
        </p:nvCxnSpPr>
        <p:spPr>
          <a:xfrm rot="0">
            <a:off x="2957830" y="3534410"/>
            <a:ext cx="1125855" cy="34036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상자 131"/>
          <p:cNvSpPr txBox="1">
            <a:spLocks/>
          </p:cNvSpPr>
          <p:nvPr/>
        </p:nvSpPr>
        <p:spPr>
          <a:xfrm rot="0">
            <a:off x="5264150" y="4548505"/>
            <a:ext cx="172910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보육원 구성원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14" name="도형 132"/>
          <p:cNvSpPr>
            <a:spLocks/>
          </p:cNvSpPr>
          <p:nvPr/>
        </p:nvSpPr>
        <p:spPr>
          <a:xfrm rot="0">
            <a:off x="1306195" y="437896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5" name="도형 133"/>
          <p:cNvSpPr>
            <a:spLocks/>
          </p:cNvSpPr>
          <p:nvPr/>
        </p:nvSpPr>
        <p:spPr>
          <a:xfrm rot="0">
            <a:off x="1306195" y="558165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나눔 게시판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6" name="도형 134"/>
          <p:cNvSpPr>
            <a:spLocks/>
          </p:cNvSpPr>
          <p:nvPr/>
        </p:nvSpPr>
        <p:spPr>
          <a:xfrm rot="0">
            <a:off x="4082415" y="50660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나눔게시판 안내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7" name="도형 135"/>
          <p:cNvSpPr>
            <a:spLocks/>
          </p:cNvSpPr>
          <p:nvPr/>
        </p:nvSpPr>
        <p:spPr>
          <a:xfrm rot="0">
            <a:off x="4062095" y="600329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나눔 게시판 목록 출력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8" name="도형 136"/>
          <p:cNvCxnSpPr/>
          <p:nvPr/>
        </p:nvCxnSpPr>
        <p:spPr>
          <a:xfrm rot="0">
            <a:off x="2096135" y="4952365"/>
            <a:ext cx="635" cy="62992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도형 137"/>
          <p:cNvCxnSpPr>
            <a:endCxn id="16" idx="1"/>
          </p:cNvCxnSpPr>
          <p:nvPr/>
        </p:nvCxnSpPr>
        <p:spPr>
          <a:xfrm rot="0" flipV="1">
            <a:off x="2885440" y="5353050"/>
            <a:ext cx="1197610" cy="51625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138"/>
          <p:cNvCxnSpPr>
            <a:endCxn id="17" idx="1"/>
          </p:cNvCxnSpPr>
          <p:nvPr/>
        </p:nvCxnSpPr>
        <p:spPr>
          <a:xfrm rot="0">
            <a:off x="2885440" y="5868670"/>
            <a:ext cx="1177290" cy="42227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도형 139"/>
          <p:cNvSpPr>
            <a:spLocks/>
          </p:cNvSpPr>
          <p:nvPr/>
        </p:nvSpPr>
        <p:spPr>
          <a:xfrm rot="0">
            <a:off x="6776720" y="2991485"/>
            <a:ext cx="1579880" cy="41402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새 나눔글 작성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2" name="도형 140"/>
          <p:cNvSpPr>
            <a:spLocks/>
          </p:cNvSpPr>
          <p:nvPr/>
        </p:nvSpPr>
        <p:spPr>
          <a:xfrm rot="0">
            <a:off x="6776720" y="3680460"/>
            <a:ext cx="1579880" cy="41402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수정할 나눔글 선택후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3" name="도형 141"/>
          <p:cNvSpPr>
            <a:spLocks/>
          </p:cNvSpPr>
          <p:nvPr/>
        </p:nvSpPr>
        <p:spPr>
          <a:xfrm rot="0">
            <a:off x="6775450" y="6002020"/>
            <a:ext cx="1579880" cy="56832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4. 나눔받고자 하는 글 선택후 나눔 신청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4" name="도형 142"/>
          <p:cNvCxnSpPr>
            <a:stCxn id="17" idx="3"/>
            <a:endCxn id="23" idx="1"/>
          </p:cNvCxnSpPr>
          <p:nvPr/>
        </p:nvCxnSpPr>
        <p:spPr>
          <a:xfrm rot="0" flipV="1">
            <a:off x="5641340" y="6285865"/>
            <a:ext cx="1134745" cy="50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도형 143"/>
          <p:cNvCxnSpPr>
            <a:stCxn id="9" idx="3"/>
            <a:endCxn id="21" idx="1"/>
          </p:cNvCxnSpPr>
          <p:nvPr/>
        </p:nvCxnSpPr>
        <p:spPr>
          <a:xfrm rot="0" flipV="1">
            <a:off x="5662295" y="3197860"/>
            <a:ext cx="1115060" cy="67691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44"/>
          <p:cNvCxnSpPr>
            <a:stCxn id="9" idx="3"/>
            <a:endCxn id="22" idx="1"/>
          </p:cNvCxnSpPr>
          <p:nvPr/>
        </p:nvCxnSpPr>
        <p:spPr>
          <a:xfrm rot="0">
            <a:off x="5662295" y="3874135"/>
            <a:ext cx="1115060" cy="133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도형 145"/>
          <p:cNvSpPr>
            <a:spLocks/>
          </p:cNvSpPr>
          <p:nvPr/>
        </p:nvSpPr>
        <p:spPr>
          <a:xfrm rot="0">
            <a:off x="9548495" y="5778500"/>
            <a:ext cx="2040890" cy="7594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round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</a:rPr>
              <a:t>나눌 물품 수보다 신청자가 많을시 내부 프로그램을 통해 당첨자 선택</a:t>
            </a:r>
            <a:endParaRPr lang="ko-KR" altLang="en-US" sz="1000" cap="none" b="1" strike="noStrike">
              <a:solidFill>
                <a:schemeClr val="tx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8" name="도형 146"/>
          <p:cNvSpPr>
            <a:spLocks/>
          </p:cNvSpPr>
          <p:nvPr/>
        </p:nvSpPr>
        <p:spPr>
          <a:xfrm rot="0">
            <a:off x="8684260" y="6044565"/>
            <a:ext cx="563880" cy="243840"/>
          </a:xfrm>
          <a:prstGeom prst="rightArrow"/>
          <a:solidFill>
            <a:schemeClr val="bg1"/>
          </a:solidFill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numCol="1" vert="horz" anchor="ctr">
            <a:noAutofit/>
          </a:bodyPr>
          <a:lstStyle/>
          <a:p>
            <a:pPr marL="0" indent="0" algn="ctr" latinLnBrk="0" hangingPunct="1">
              <a:buFontTx/>
              <a:buNone/>
            </a:pPr>
            <a:endParaRPr lang="ko-KR" altLang="en-US" sz="1800">
              <a:solidFill>
                <a:schemeClr val="accent6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 0"/>
          <p:cNvSpPr txBox="1">
            <a:spLocks/>
          </p:cNvSpPr>
          <p:nvPr/>
        </p:nvSpPr>
        <p:spPr>
          <a:xfrm rot="0">
            <a:off x="259715" y="138430"/>
            <a:ext cx="4748530" cy="370840"/>
          </a:xfrm>
          <a:prstGeom prst="rect"/>
          <a:noFill/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algn="l" latinLnBrk="0" hangingPunct="1">
              <a:buFontTx/>
              <a:buNone/>
            </a:pPr>
            <a:r>
              <a:rPr lang="ko-KR" sz="18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▷ P r o c e s s</a:t>
            </a:r>
            <a:endParaRPr lang="ko-KR" altLang="en-US" sz="18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1655" y="597535"/>
          <a:ext cx="11289030" cy="695960"/>
        </p:xfrm>
        <a:graphic>
          <a:graphicData uri="http://schemas.openxmlformats.org/drawingml/2006/table">
            <a:tbl>
              <a:tblPr>
                <a:tableStyleId>{638B1855-1B75-4FBE-930C-398BA8C253C6}</a:tableStyleId>
              </a:tblPr>
              <a:tblGrid>
                <a:gridCol w="2821940"/>
                <a:gridCol w="2821940"/>
                <a:gridCol w="2822575"/>
                <a:gridCol w="2822575"/>
              </a:tblGrid>
              <a:tr h="35750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프로세스 ID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altLang="en-US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KNY-ADMI-7~11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관리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455"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2021.12.15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000" kern="1200" i="0" cap="none" b="1" strike="noStrike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508000" eaLnBrk="0" latinLnBrk="0" lvl="1">
                        <a:buFontTx/>
                        <a:buNone/>
                      </a:pPr>
                      <a:r>
                        <a:rPr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김영</a:t>
                      </a:r>
                      <a:r>
                        <a:rPr lang="ko-KR" sz="1000" kern="1200" cap="none" i="0" b="1" strike="noStrike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</a:rPr>
                        <a:t>훈</a:t>
                      </a:r>
                      <a:endParaRPr lang="ko-KR" altLang="en-US" sz="1000" kern="1200" i="0" cap="none" b="1" strike="noStrike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ctr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도형 60"/>
          <p:cNvSpPr>
            <a:spLocks/>
          </p:cNvSpPr>
          <p:nvPr/>
        </p:nvSpPr>
        <p:spPr>
          <a:xfrm rot="0">
            <a:off x="1152525" y="302196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1. 메인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텍스트 상자 61"/>
          <p:cNvSpPr txBox="1">
            <a:spLocks/>
          </p:cNvSpPr>
          <p:nvPr/>
        </p:nvSpPr>
        <p:spPr>
          <a:xfrm rot="0">
            <a:off x="5100320" y="1678940"/>
            <a:ext cx="2005965" cy="370205"/>
          </a:xfrm>
          <a:prstGeom prst="rect"/>
          <a:solidFill>
            <a:schemeClr val="bg1"/>
          </a:solidFill>
          <a:ln w="0">
            <a:noFill/>
            <a:prstDash/>
          </a:ln>
        </p:spPr>
        <p:txBody>
          <a:bodyPr wrap="square" lIns="89535" tIns="46355" rIns="89535" bIns="46355" numCol="1" vert="horz" anchor="t">
            <a:spAutoFit/>
          </a:bodyPr>
          <a:lstStyle/>
          <a:p>
            <a:pPr marL="0" indent="0" rtl="0" algn="l" defTabSz="508000" eaLnBrk="0" latinLnBrk="0" hangingPunct="1">
              <a:buFontTx/>
              <a:buNone/>
            </a:pPr>
            <a:r>
              <a:rPr lang="ko-KR" sz="1800" cap="none" b="1" strike="noStrike">
                <a:latin typeface="맑은 고딕" charset="0"/>
                <a:ea typeface="맑은 고딕" charset="0"/>
              </a:rPr>
              <a:t>홈페이지 관리자</a:t>
            </a:r>
            <a:endParaRPr lang="ko-KR" altLang="en-US" sz="1800" cap="none" b="1" strike="noStrike">
              <a:latin typeface="맑은 고딕" charset="0"/>
              <a:ea typeface="맑은 고딕" charset="0"/>
            </a:endParaRPr>
          </a:p>
        </p:txBody>
      </p:sp>
      <p:sp>
        <p:nvSpPr>
          <p:cNvPr id="7" name="도형 62"/>
          <p:cNvSpPr>
            <a:spLocks/>
          </p:cNvSpPr>
          <p:nvPr/>
        </p:nvSpPr>
        <p:spPr>
          <a:xfrm rot="0">
            <a:off x="1151890" y="426593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2. 마이 페이지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8" name="도형 63"/>
          <p:cNvSpPr>
            <a:spLocks/>
          </p:cNvSpPr>
          <p:nvPr/>
        </p:nvSpPr>
        <p:spPr>
          <a:xfrm rot="0">
            <a:off x="3691890" y="390588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3. 관리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9" name="도형 106"/>
          <p:cNvCxnSpPr/>
          <p:nvPr/>
        </p:nvCxnSpPr>
        <p:spPr>
          <a:xfrm rot="0" flipH="1">
            <a:off x="1931670" y="3595370"/>
            <a:ext cx="1270" cy="6711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도형 107"/>
          <p:cNvCxnSpPr>
            <a:stCxn id="7" idx="3"/>
            <a:endCxn id="8" idx="1"/>
          </p:cNvCxnSpPr>
          <p:nvPr/>
        </p:nvCxnSpPr>
        <p:spPr>
          <a:xfrm rot="0" flipV="1">
            <a:off x="2731135" y="4192905"/>
            <a:ext cx="961390" cy="36068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도형 108"/>
          <p:cNvSpPr>
            <a:spLocks/>
          </p:cNvSpPr>
          <p:nvPr/>
        </p:nvSpPr>
        <p:spPr>
          <a:xfrm rot="0">
            <a:off x="6097905" y="284607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4-1. 회원 관리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2" name="도형 109"/>
          <p:cNvSpPr>
            <a:spLocks/>
          </p:cNvSpPr>
          <p:nvPr/>
        </p:nvSpPr>
        <p:spPr>
          <a:xfrm rot="0">
            <a:off x="6097905" y="390588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4-2. 게시판 관리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13" name="도형 110"/>
          <p:cNvSpPr>
            <a:spLocks/>
          </p:cNvSpPr>
          <p:nvPr/>
        </p:nvSpPr>
        <p:spPr>
          <a:xfrm rot="0">
            <a:off x="6097905" y="5211445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4-3. 보육원 관리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4" name="도형 111"/>
          <p:cNvCxnSpPr>
            <a:stCxn id="8" idx="3"/>
            <a:endCxn id="11" idx="1"/>
          </p:cNvCxnSpPr>
          <p:nvPr/>
        </p:nvCxnSpPr>
        <p:spPr>
          <a:xfrm rot="0" flipV="1">
            <a:off x="5271135" y="3133090"/>
            <a:ext cx="827405" cy="106045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도형 112"/>
          <p:cNvCxnSpPr/>
          <p:nvPr/>
        </p:nvCxnSpPr>
        <p:spPr>
          <a:xfrm rot="0">
            <a:off x="5271135" y="4182745"/>
            <a:ext cx="827405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113"/>
          <p:cNvCxnSpPr>
            <a:stCxn id="8" idx="3"/>
            <a:endCxn id="13" idx="1"/>
          </p:cNvCxnSpPr>
          <p:nvPr/>
        </p:nvCxnSpPr>
        <p:spPr>
          <a:xfrm rot="0">
            <a:off x="5271135" y="4192905"/>
            <a:ext cx="827405" cy="13061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도형 114"/>
          <p:cNvSpPr>
            <a:spLocks/>
          </p:cNvSpPr>
          <p:nvPr/>
        </p:nvSpPr>
        <p:spPr>
          <a:xfrm rot="0">
            <a:off x="8534400" y="284607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회원정보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18" name="도형 115"/>
          <p:cNvCxnSpPr>
            <a:stCxn id="11" idx="3"/>
            <a:endCxn id="17" idx="1"/>
          </p:cNvCxnSpPr>
          <p:nvPr/>
        </p:nvCxnSpPr>
        <p:spPr>
          <a:xfrm rot="0">
            <a:off x="7677150" y="3133090"/>
            <a:ext cx="857885" cy="63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도형 116"/>
          <p:cNvSpPr>
            <a:spLocks/>
          </p:cNvSpPr>
          <p:nvPr/>
        </p:nvSpPr>
        <p:spPr>
          <a:xfrm rot="0">
            <a:off x="8534400" y="3782060"/>
            <a:ext cx="1579880" cy="35242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게시글 조회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0" name="도형 117"/>
          <p:cNvSpPr>
            <a:spLocks/>
          </p:cNvSpPr>
          <p:nvPr/>
        </p:nvSpPr>
        <p:spPr>
          <a:xfrm rot="0">
            <a:off x="8524240" y="4285615"/>
            <a:ext cx="1579880" cy="35242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게시글 수정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1" name="도형 118"/>
          <p:cNvSpPr>
            <a:spLocks/>
          </p:cNvSpPr>
          <p:nvPr/>
        </p:nvSpPr>
        <p:spPr>
          <a:xfrm rot="0">
            <a:off x="8534400" y="4789170"/>
            <a:ext cx="1579880" cy="352425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게시글 삭제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cxnSp>
        <p:nvCxnSpPr>
          <p:cNvPr id="22" name="도형 119"/>
          <p:cNvCxnSpPr>
            <a:stCxn id="12" idx="3"/>
            <a:endCxn id="19" idx="1"/>
          </p:cNvCxnSpPr>
          <p:nvPr/>
        </p:nvCxnSpPr>
        <p:spPr>
          <a:xfrm rot="0" flipV="1">
            <a:off x="7677150" y="3957955"/>
            <a:ext cx="857885" cy="23558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120"/>
          <p:cNvCxnSpPr>
            <a:stCxn id="12" idx="3"/>
            <a:endCxn id="20" idx="1"/>
          </p:cNvCxnSpPr>
          <p:nvPr/>
        </p:nvCxnSpPr>
        <p:spPr>
          <a:xfrm rot="0">
            <a:off x="7677150" y="4192905"/>
            <a:ext cx="847725" cy="26924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도형 121"/>
          <p:cNvCxnSpPr>
            <a:stCxn id="12" idx="3"/>
            <a:endCxn id="21" idx="1"/>
          </p:cNvCxnSpPr>
          <p:nvPr/>
        </p:nvCxnSpPr>
        <p:spPr>
          <a:xfrm rot="0">
            <a:off x="7677150" y="4192905"/>
            <a:ext cx="857885" cy="772795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23"/>
          <p:cNvCxnSpPr>
            <a:stCxn id="13" idx="3"/>
            <a:endCxn id="27" idx="1"/>
          </p:cNvCxnSpPr>
          <p:nvPr/>
        </p:nvCxnSpPr>
        <p:spPr>
          <a:xfrm rot="0">
            <a:off x="7677150" y="5498465"/>
            <a:ext cx="857885" cy="328930"/>
          </a:xfrm>
          <a:prstGeom prst="straightConnector1"/>
          <a:ln w="38100" cap="flat" cmpd="sng">
            <a:solidFill>
              <a:schemeClr val="accent6">
                <a:alpha val="100000"/>
              </a:schemeClr>
            </a:solidFill>
            <a:prstDash val="solid"/>
            <a:miter lim="800000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도형 124"/>
          <p:cNvSpPr>
            <a:spLocks/>
          </p:cNvSpPr>
          <p:nvPr/>
        </p:nvSpPr>
        <p:spPr>
          <a:xfrm rot="0">
            <a:off x="8534400" y="5539740"/>
            <a:ext cx="1579880" cy="574040"/>
          </a:xfrm>
          <a:prstGeom prst="roundRect">
            <a:avLst>
              <a:gd name="adj" fmla="val 16667"/>
            </a:avLst>
          </a:prstGeom>
          <a:solidFill>
            <a:srgbClr val="FC4700"/>
          </a:solidFill>
          <a:ln w="0">
            <a:noFill/>
            <a:prstDash/>
          </a:ln>
        </p:spPr>
        <p:txBody>
          <a:bodyPr wrap="square" lIns="90170" tIns="45085" rIns="90170" bIns="45085" numCol="1" vert="horz" anchor="ctr">
            <a:noAutofit/>
          </a:bodyPr>
          <a:lstStyle/>
          <a:p>
            <a:pPr marL="0" indent="0" rtl="0" algn="ctr" defTabSz="914400" eaLnBrk="0" latinLnBrk="0" hangingPunct="1">
              <a:buFontTx/>
              <a:buNone/>
            </a:pPr>
            <a:r>
              <a:rPr lang="ko-KR" sz="1000" cap="none" b="1" strike="noStrike">
                <a:solidFill>
                  <a:schemeClr val="bg1"/>
                </a:solidFill>
                <a:latin typeface="맑은 고딕" charset="0"/>
                <a:ea typeface="맑은 고딕" charset="0"/>
              </a:rPr>
              <a:t>5. 새보육원 등록</a:t>
            </a:r>
            <a:endParaRPr lang="ko-KR" altLang="en-US" sz="1000" cap="none" b="1" strike="noStrike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 pattern square">
  <a:themeElements>
    <a:clrScheme name="움직이는 텍스트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pattern square" id="{B0339716-848F-4588-B127-A5FA481BABD2}" vid="{0C661C3F-A2D7-49AE-9CDB-144D51DFD489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16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버거맨</dc:creator>
  <cp:lastModifiedBy>버거맨</cp:lastModifiedBy>
  <dc:title>PowerPoint 프레젠테이션</dc:title>
  <cp:version>9.103.103.45589</cp:version>
</cp:coreProperties>
</file>